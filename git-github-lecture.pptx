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_rels/slide22.xml.rels" ContentType="application/vnd.openxmlformats-package.relationships+xml"/>
  <Override PartName="/ppt/slides/_rels/slide35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ja-JP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b="0" lang="ja-JP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b="0" lang="ja-JP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80880" y="405720"/>
            <a:ext cx="10888560" cy="531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3480" strike="noStrike" u="none">
                <a:solidFill>
                  <a:srgbClr val="224466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3480" strike="noStrike" u="none">
                <a:solidFill>
                  <a:srgbClr val="224466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3480" strike="noStrike" u="none">
                <a:solidFill>
                  <a:srgbClr val="224466"/>
                </a:solidFill>
                <a:effectLst/>
                <a:uFillTx/>
                <a:latin typeface="NotoSansJP"/>
                <a:ea typeface="NotoSansJP"/>
              </a:rPr>
              <a:t>＆</a:t>
            </a:r>
            <a:r>
              <a:rPr b="0" lang="en-US" sz="3480" strike="noStrike" u="none">
                <a:solidFill>
                  <a:srgbClr val="224466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3480" strike="noStrike" u="none">
                <a:solidFill>
                  <a:srgbClr val="224466"/>
                </a:solidFill>
                <a:effectLst/>
                <a:uFillTx/>
                <a:latin typeface="NotoSansJP"/>
                <a:ea typeface="NotoSansJP"/>
              </a:rPr>
              <a:t>を⽤いたコード管理のいろは」講義資料</a:t>
            </a:r>
            <a:endParaRPr b="0" lang="en-US" sz="34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380880" y="1317240"/>
            <a:ext cx="7200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⽬次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641520" y="2048040"/>
            <a:ext cx="1490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とは？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641520" y="2533680"/>
            <a:ext cx="2028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とは？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641520" y="3019320"/>
            <a:ext cx="2041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の基本概念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641520" y="3505320"/>
            <a:ext cx="3972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のインストールと初期設定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41520" y="3981600"/>
            <a:ext cx="2869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5. 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基本的な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コマンド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641520" y="4467240"/>
            <a:ext cx="2499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6. 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実際の作業フロー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41520" y="4952880"/>
            <a:ext cx="3407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7. 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を使った共同作業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41520" y="5438880"/>
            <a:ext cx="3023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8. 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よくある質問（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FAQ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41520" y="5915160"/>
            <a:ext cx="2028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9. 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の活⽤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488160" y="6400800"/>
            <a:ext cx="1548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10. 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実践演習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80880" y="507600"/>
            <a:ext cx="19422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Git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とは？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80880" y="1238400"/>
            <a:ext cx="11057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**Git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（ギット）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**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は、バージョン管理システム（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Version Control System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）の⼀種です。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" name=""/>
          <p:cNvSpPr/>
          <p:nvPr/>
        </p:nvSpPr>
        <p:spPr>
          <a:xfrm>
            <a:off x="657000" y="2543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380880" y="1848960"/>
            <a:ext cx="31370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なぜ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が必要なのか？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" name=""/>
          <p:cNvSpPr/>
          <p:nvPr/>
        </p:nvSpPr>
        <p:spPr>
          <a:xfrm>
            <a:off x="657000" y="3019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8" y="183"/>
                  <a:pt x="285" y="192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4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49"/>
                  <a:pt x="262" y="57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8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933480" y="2419200"/>
            <a:ext cx="7035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変更履歴の管理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ファイルの変更内容をすべて記録できる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" name=""/>
          <p:cNvSpPr/>
          <p:nvPr/>
        </p:nvSpPr>
        <p:spPr>
          <a:xfrm>
            <a:off x="657000" y="3504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5"/>
                  <a:pt x="256" y="243"/>
                  <a:pt x="250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7"/>
                  <a:pt x="74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4" y="20"/>
                  <a:pt x="82" y="16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6"/>
                  <a:pt x="220" y="20"/>
                  <a:pt x="227" y="26"/>
                </a:cubicBezTo>
                <a:cubicBezTo>
                  <a:pt x="235" y="31"/>
                  <a:pt x="243" y="37"/>
                  <a:pt x="250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933480" y="2895480"/>
            <a:ext cx="8138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過去の状態に戻れる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過去のバージョンに簡単に戻ることができる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" name=""/>
          <p:cNvSpPr/>
          <p:nvPr/>
        </p:nvSpPr>
        <p:spPr>
          <a:xfrm>
            <a:off x="657000" y="39909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2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0"/>
                  <a:pt x="137" y="0"/>
                  <a:pt x="147" y="0"/>
                </a:cubicBezTo>
                <a:cubicBezTo>
                  <a:pt x="156" y="0"/>
                  <a:pt x="166" y="0"/>
                  <a:pt x="175" y="2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29"/>
                  <a:pt x="243" y="35"/>
                  <a:pt x="250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8" y="107"/>
                  <a:pt x="289" y="117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33480" y="3381480"/>
            <a:ext cx="8966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複数⼈での協⼒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同じファイルを複数⼈で編集しても、変更を統合できる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933480" y="3867120"/>
            <a:ext cx="6483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バックアップ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コードのバックアップとして機能する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" name=""/>
          <p:cNvSpPr/>
          <p:nvPr/>
        </p:nvSpPr>
        <p:spPr>
          <a:xfrm>
            <a:off x="657000" y="5162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380880" y="4468320"/>
            <a:ext cx="13172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の特徴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" name=""/>
          <p:cNvSpPr/>
          <p:nvPr/>
        </p:nvSpPr>
        <p:spPr>
          <a:xfrm>
            <a:off x="657000" y="5648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933480" y="5038560"/>
            <a:ext cx="10621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分散型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ローカルに完全なリポジトリを持てる（インターネットがなくても作業可能）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" name=""/>
          <p:cNvSpPr/>
          <p:nvPr/>
        </p:nvSpPr>
        <p:spPr>
          <a:xfrm>
            <a:off x="657000" y="6134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1"/>
                  <a:pt x="250" y="248"/>
                </a:cubicBezTo>
                <a:cubicBezTo>
                  <a:pt x="243" y="255"/>
                  <a:pt x="235" y="261"/>
                  <a:pt x="227" y="266"/>
                </a:cubicBezTo>
                <a:cubicBezTo>
                  <a:pt x="220" y="271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1"/>
                  <a:pt x="65" y="266"/>
                </a:cubicBezTo>
                <a:cubicBezTo>
                  <a:pt x="57" y="261"/>
                  <a:pt x="50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29"/>
                  <a:pt x="243" y="36"/>
                  <a:pt x="250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8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933480" y="5524560"/>
            <a:ext cx="5380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⾼速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ローカルで動作するため、操作が速い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933480" y="6010200"/>
            <a:ext cx="4552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無料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オープンソースで無料で使える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380880" y="1574640"/>
            <a:ext cx="26445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GitHub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とは？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80880" y="2314440"/>
            <a:ext cx="10911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**GitHub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（ギットハブ）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**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は、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のリポジトリをホスティングする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Web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サービスです。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" name=""/>
          <p:cNvSpPr/>
          <p:nvPr/>
        </p:nvSpPr>
        <p:spPr>
          <a:xfrm>
            <a:off x="657000" y="3609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7"/>
                  <a:pt x="57" y="31"/>
                  <a:pt x="65" y="26"/>
                </a:cubicBezTo>
                <a:cubicBezTo>
                  <a:pt x="74" y="20"/>
                  <a:pt x="82" y="16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6"/>
                  <a:pt x="220" y="20"/>
                  <a:pt x="227" y="26"/>
                </a:cubicBezTo>
                <a:cubicBezTo>
                  <a:pt x="235" y="31"/>
                  <a:pt x="243" y="37"/>
                  <a:pt x="250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80880" y="2915640"/>
            <a:ext cx="19094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の役割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" name=""/>
          <p:cNvSpPr/>
          <p:nvPr/>
        </p:nvSpPr>
        <p:spPr>
          <a:xfrm>
            <a:off x="657000" y="4095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2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29"/>
                  <a:pt x="243" y="35"/>
                  <a:pt x="250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8" y="107"/>
                  <a:pt x="289" y="117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933480" y="3486240"/>
            <a:ext cx="7587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リモートリポジトリの保存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クラウド上にコードを保存できる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" name=""/>
          <p:cNvSpPr/>
          <p:nvPr/>
        </p:nvSpPr>
        <p:spPr>
          <a:xfrm>
            <a:off x="657000" y="45813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933480" y="3971880"/>
            <a:ext cx="5104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コード共有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他の⼈とコードを共有できる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" name=""/>
          <p:cNvSpPr/>
          <p:nvPr/>
        </p:nvSpPr>
        <p:spPr>
          <a:xfrm>
            <a:off x="657000" y="50576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3"/>
                  <a:pt x="25" y="66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49"/>
                  <a:pt x="262" y="57"/>
                  <a:pt x="268" y="66"/>
                </a:cubicBezTo>
                <a:cubicBezTo>
                  <a:pt x="273" y="73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933480" y="4457520"/>
            <a:ext cx="7587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共同作業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プルリクエストやイシューを通じて共同開発できる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933480" y="4933800"/>
            <a:ext cx="849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バックアップ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ローカルのコードが壊れても、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から復元できる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" name=""/>
          <p:cNvSpPr/>
          <p:nvPr/>
        </p:nvSpPr>
        <p:spPr>
          <a:xfrm>
            <a:off x="390240" y="2619360"/>
            <a:ext cx="4658040" cy="533520"/>
          </a:xfrm>
          <a:custGeom>
            <a:avLst/>
            <a:gdLst/>
            <a:ahLst/>
            <a:rect l="0" t="0" r="r" b="b"/>
            <a:pathLst>
              <a:path w="12939" h="1482">
                <a:moveTo>
                  <a:pt x="0" y="0"/>
                </a:moveTo>
                <a:lnTo>
                  <a:pt x="12939" y="0"/>
                </a:lnTo>
                <a:lnTo>
                  <a:pt x="12939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" name=""/>
          <p:cNvSpPr/>
          <p:nvPr/>
        </p:nvSpPr>
        <p:spPr>
          <a:xfrm>
            <a:off x="5047920" y="2619360"/>
            <a:ext cx="3953520" cy="533520"/>
          </a:xfrm>
          <a:custGeom>
            <a:avLst/>
            <a:gdLst/>
            <a:ahLst/>
            <a:rect l="0" t="0" r="r" b="b"/>
            <a:pathLst>
              <a:path w="10982" h="1482">
                <a:moveTo>
                  <a:pt x="0" y="0"/>
                </a:moveTo>
                <a:lnTo>
                  <a:pt x="10982" y="0"/>
                </a:lnTo>
                <a:lnTo>
                  <a:pt x="10982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" name=""/>
          <p:cNvSpPr/>
          <p:nvPr/>
        </p:nvSpPr>
        <p:spPr>
          <a:xfrm>
            <a:off x="390240" y="3152520"/>
            <a:ext cx="4658040" cy="543240"/>
          </a:xfrm>
          <a:custGeom>
            <a:avLst/>
            <a:gdLst/>
            <a:ahLst/>
            <a:rect l="0" t="0" r="r" b="b"/>
            <a:pathLst>
              <a:path w="12939" h="1509">
                <a:moveTo>
                  <a:pt x="0" y="0"/>
                </a:moveTo>
                <a:lnTo>
                  <a:pt x="12939" y="0"/>
                </a:lnTo>
                <a:lnTo>
                  <a:pt x="129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" name=""/>
          <p:cNvSpPr/>
          <p:nvPr/>
        </p:nvSpPr>
        <p:spPr>
          <a:xfrm>
            <a:off x="5047920" y="3152520"/>
            <a:ext cx="3953520" cy="543240"/>
          </a:xfrm>
          <a:custGeom>
            <a:avLst/>
            <a:gdLst/>
            <a:ahLst/>
            <a:rect l="0" t="0" r="r" b="b"/>
            <a:pathLst>
              <a:path w="10982" h="1509">
                <a:moveTo>
                  <a:pt x="0" y="0"/>
                </a:moveTo>
                <a:lnTo>
                  <a:pt x="10982" y="0"/>
                </a:lnTo>
                <a:lnTo>
                  <a:pt x="1098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" name=""/>
          <p:cNvSpPr/>
          <p:nvPr/>
        </p:nvSpPr>
        <p:spPr>
          <a:xfrm>
            <a:off x="390240" y="3695400"/>
            <a:ext cx="4658040" cy="533880"/>
          </a:xfrm>
          <a:custGeom>
            <a:avLst/>
            <a:gdLst/>
            <a:ahLst/>
            <a:rect l="0" t="0" r="r" b="b"/>
            <a:pathLst>
              <a:path w="12939" h="1483">
                <a:moveTo>
                  <a:pt x="0" y="0"/>
                </a:moveTo>
                <a:lnTo>
                  <a:pt x="12939" y="0"/>
                </a:lnTo>
                <a:lnTo>
                  <a:pt x="1293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" name=""/>
          <p:cNvSpPr/>
          <p:nvPr/>
        </p:nvSpPr>
        <p:spPr>
          <a:xfrm>
            <a:off x="5047920" y="3695400"/>
            <a:ext cx="3953520" cy="533880"/>
          </a:xfrm>
          <a:custGeom>
            <a:avLst/>
            <a:gdLst/>
            <a:ahLst/>
            <a:rect l="0" t="0" r="r" b="b"/>
            <a:pathLst>
              <a:path w="10982" h="1483">
                <a:moveTo>
                  <a:pt x="0" y="0"/>
                </a:moveTo>
                <a:lnTo>
                  <a:pt x="10982" y="0"/>
                </a:lnTo>
                <a:lnTo>
                  <a:pt x="1098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" name=""/>
          <p:cNvSpPr/>
          <p:nvPr/>
        </p:nvSpPr>
        <p:spPr>
          <a:xfrm>
            <a:off x="390240" y="4228920"/>
            <a:ext cx="4658040" cy="543240"/>
          </a:xfrm>
          <a:custGeom>
            <a:avLst/>
            <a:gdLst/>
            <a:ahLst/>
            <a:rect l="0" t="0" r="r" b="b"/>
            <a:pathLst>
              <a:path w="12939" h="1509">
                <a:moveTo>
                  <a:pt x="0" y="0"/>
                </a:moveTo>
                <a:lnTo>
                  <a:pt x="12939" y="0"/>
                </a:lnTo>
                <a:lnTo>
                  <a:pt x="1293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" name=""/>
          <p:cNvSpPr/>
          <p:nvPr/>
        </p:nvSpPr>
        <p:spPr>
          <a:xfrm>
            <a:off x="5047920" y="4228920"/>
            <a:ext cx="3953520" cy="543240"/>
          </a:xfrm>
          <a:custGeom>
            <a:avLst/>
            <a:gdLst/>
            <a:ahLst/>
            <a:rect l="0" t="0" r="r" b="b"/>
            <a:pathLst>
              <a:path w="10982" h="1509">
                <a:moveTo>
                  <a:pt x="0" y="0"/>
                </a:moveTo>
                <a:lnTo>
                  <a:pt x="10982" y="0"/>
                </a:lnTo>
                <a:lnTo>
                  <a:pt x="10982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" name=""/>
          <p:cNvSpPr/>
          <p:nvPr/>
        </p:nvSpPr>
        <p:spPr>
          <a:xfrm>
            <a:off x="380880" y="26096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" name=""/>
          <p:cNvSpPr/>
          <p:nvPr/>
        </p:nvSpPr>
        <p:spPr>
          <a:xfrm>
            <a:off x="380880" y="2609640"/>
            <a:ext cx="4677120" cy="10080"/>
          </a:xfrm>
          <a:custGeom>
            <a:avLst/>
            <a:gdLst/>
            <a:ahLst/>
            <a:rect l="0" t="0" r="r" b="b"/>
            <a:pathLst>
              <a:path w="12992" h="28">
                <a:moveTo>
                  <a:pt x="0" y="0"/>
                </a:moveTo>
                <a:lnTo>
                  <a:pt x="12992" y="0"/>
                </a:lnTo>
                <a:lnTo>
                  <a:pt x="129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" name=""/>
          <p:cNvSpPr/>
          <p:nvPr/>
        </p:nvSpPr>
        <p:spPr>
          <a:xfrm>
            <a:off x="5047920" y="2609640"/>
            <a:ext cx="10080" cy="552960"/>
          </a:xfrm>
          <a:custGeom>
            <a:avLst/>
            <a:gdLst/>
            <a:ahLst/>
            <a:rect l="0" t="0" r="r" b="b"/>
            <a:pathLst>
              <a:path w="28" h="1536">
                <a:moveTo>
                  <a:pt x="0" y="0"/>
                </a:moveTo>
                <a:lnTo>
                  <a:pt x="28" y="0"/>
                </a:lnTo>
                <a:lnTo>
                  <a:pt x="28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" name=""/>
          <p:cNvSpPr/>
          <p:nvPr/>
        </p:nvSpPr>
        <p:spPr>
          <a:xfrm>
            <a:off x="5057640" y="2609640"/>
            <a:ext cx="3953160" cy="10080"/>
          </a:xfrm>
          <a:custGeom>
            <a:avLst/>
            <a:gdLst/>
            <a:ahLst/>
            <a:rect l="0" t="0" r="r" b="b"/>
            <a:pathLst>
              <a:path w="10981" h="28">
                <a:moveTo>
                  <a:pt x="0" y="0"/>
                </a:moveTo>
                <a:lnTo>
                  <a:pt x="10981" y="0"/>
                </a:lnTo>
                <a:lnTo>
                  <a:pt x="109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" name=""/>
          <p:cNvSpPr/>
          <p:nvPr/>
        </p:nvSpPr>
        <p:spPr>
          <a:xfrm>
            <a:off x="9001080" y="2609640"/>
            <a:ext cx="9720" cy="552960"/>
          </a:xfrm>
          <a:custGeom>
            <a:avLst/>
            <a:gdLst/>
            <a:ahLst/>
            <a:rect l="0" t="0" r="r" b="b"/>
            <a:pathLst>
              <a:path w="27" h="1536">
                <a:moveTo>
                  <a:pt x="0" y="0"/>
                </a:moveTo>
                <a:lnTo>
                  <a:pt x="27" y="0"/>
                </a:lnTo>
                <a:lnTo>
                  <a:pt x="27" y="1536"/>
                </a:lnTo>
                <a:lnTo>
                  <a:pt x="0" y="153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" name=""/>
          <p:cNvSpPr/>
          <p:nvPr/>
        </p:nvSpPr>
        <p:spPr>
          <a:xfrm>
            <a:off x="380880" y="3152520"/>
            <a:ext cx="4677120" cy="10080"/>
          </a:xfrm>
          <a:custGeom>
            <a:avLst/>
            <a:gdLst/>
            <a:ahLst/>
            <a:rect l="0" t="0" r="r" b="b"/>
            <a:pathLst>
              <a:path w="12992" h="28">
                <a:moveTo>
                  <a:pt x="0" y="0"/>
                </a:moveTo>
                <a:lnTo>
                  <a:pt x="12992" y="0"/>
                </a:lnTo>
                <a:lnTo>
                  <a:pt x="129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" name=""/>
          <p:cNvSpPr/>
          <p:nvPr/>
        </p:nvSpPr>
        <p:spPr>
          <a:xfrm>
            <a:off x="5057640" y="3152520"/>
            <a:ext cx="3953160" cy="10080"/>
          </a:xfrm>
          <a:custGeom>
            <a:avLst/>
            <a:gdLst/>
            <a:ahLst/>
            <a:rect l="0" t="0" r="r" b="b"/>
            <a:pathLst>
              <a:path w="10981" h="28">
                <a:moveTo>
                  <a:pt x="0" y="0"/>
                </a:moveTo>
                <a:lnTo>
                  <a:pt x="10981" y="0"/>
                </a:lnTo>
                <a:lnTo>
                  <a:pt x="1098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" name=""/>
          <p:cNvSpPr/>
          <p:nvPr/>
        </p:nvSpPr>
        <p:spPr>
          <a:xfrm>
            <a:off x="380880" y="31622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" name=""/>
          <p:cNvSpPr/>
          <p:nvPr/>
        </p:nvSpPr>
        <p:spPr>
          <a:xfrm>
            <a:off x="5047920" y="3162240"/>
            <a:ext cx="10080" cy="533520"/>
          </a:xfrm>
          <a:custGeom>
            <a:avLst/>
            <a:gdLst/>
            <a:ahLst/>
            <a:rect l="0" t="0" r="r" b="b"/>
            <a:pathLst>
              <a:path w="28" h="1482">
                <a:moveTo>
                  <a:pt x="0" y="0"/>
                </a:moveTo>
                <a:lnTo>
                  <a:pt x="28" y="0"/>
                </a:lnTo>
                <a:lnTo>
                  <a:pt x="28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" name=""/>
          <p:cNvSpPr/>
          <p:nvPr/>
        </p:nvSpPr>
        <p:spPr>
          <a:xfrm>
            <a:off x="9001080" y="3162240"/>
            <a:ext cx="9720" cy="533520"/>
          </a:xfrm>
          <a:custGeom>
            <a:avLst/>
            <a:gdLst/>
            <a:ahLst/>
            <a:rect l="0" t="0" r="r" b="b"/>
            <a:pathLst>
              <a:path w="27" h="1482">
                <a:moveTo>
                  <a:pt x="0" y="0"/>
                </a:moveTo>
                <a:lnTo>
                  <a:pt x="27" y="0"/>
                </a:lnTo>
                <a:lnTo>
                  <a:pt x="2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" name=""/>
          <p:cNvSpPr/>
          <p:nvPr/>
        </p:nvSpPr>
        <p:spPr>
          <a:xfrm>
            <a:off x="380880" y="3695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" name=""/>
          <p:cNvSpPr/>
          <p:nvPr/>
        </p:nvSpPr>
        <p:spPr>
          <a:xfrm>
            <a:off x="380880" y="3686040"/>
            <a:ext cx="4677120" cy="9720"/>
          </a:xfrm>
          <a:custGeom>
            <a:avLst/>
            <a:gdLst/>
            <a:ah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" name=""/>
          <p:cNvSpPr/>
          <p:nvPr/>
        </p:nvSpPr>
        <p:spPr>
          <a:xfrm>
            <a:off x="5047920" y="3695400"/>
            <a:ext cx="10080" cy="543240"/>
          </a:xfrm>
          <a:custGeom>
            <a:avLst/>
            <a:gdLst/>
            <a:ah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" name=""/>
          <p:cNvSpPr/>
          <p:nvPr/>
        </p:nvSpPr>
        <p:spPr>
          <a:xfrm>
            <a:off x="5057640" y="3686040"/>
            <a:ext cx="3953160" cy="9720"/>
          </a:xfrm>
          <a:custGeom>
            <a:avLst/>
            <a:gdLst/>
            <a:ahLst/>
            <a:rect l="0" t="0" r="r" b="b"/>
            <a:pathLst>
              <a:path w="10981" h="27">
                <a:moveTo>
                  <a:pt x="0" y="0"/>
                </a:moveTo>
                <a:lnTo>
                  <a:pt x="10981" y="0"/>
                </a:lnTo>
                <a:lnTo>
                  <a:pt x="109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" name=""/>
          <p:cNvSpPr/>
          <p:nvPr/>
        </p:nvSpPr>
        <p:spPr>
          <a:xfrm>
            <a:off x="9001080" y="3695400"/>
            <a:ext cx="9720" cy="543240"/>
          </a:xfrm>
          <a:custGeom>
            <a:avLst/>
            <a:gdLst/>
            <a:ah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" name=""/>
          <p:cNvSpPr/>
          <p:nvPr/>
        </p:nvSpPr>
        <p:spPr>
          <a:xfrm>
            <a:off x="380880" y="42382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" name=""/>
          <p:cNvSpPr/>
          <p:nvPr/>
        </p:nvSpPr>
        <p:spPr>
          <a:xfrm>
            <a:off x="380880" y="4228920"/>
            <a:ext cx="4677120" cy="9720"/>
          </a:xfrm>
          <a:custGeom>
            <a:avLst/>
            <a:gdLst/>
            <a:ah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" name=""/>
          <p:cNvSpPr/>
          <p:nvPr/>
        </p:nvSpPr>
        <p:spPr>
          <a:xfrm>
            <a:off x="5047920" y="423828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" name=""/>
          <p:cNvSpPr/>
          <p:nvPr/>
        </p:nvSpPr>
        <p:spPr>
          <a:xfrm>
            <a:off x="5057640" y="4228920"/>
            <a:ext cx="3953160" cy="9720"/>
          </a:xfrm>
          <a:custGeom>
            <a:avLst/>
            <a:gdLst/>
            <a:ahLst/>
            <a:rect l="0" t="0" r="r" b="b"/>
            <a:pathLst>
              <a:path w="10981" h="27">
                <a:moveTo>
                  <a:pt x="0" y="0"/>
                </a:moveTo>
                <a:lnTo>
                  <a:pt x="10981" y="0"/>
                </a:lnTo>
                <a:lnTo>
                  <a:pt x="109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" name=""/>
          <p:cNvSpPr/>
          <p:nvPr/>
        </p:nvSpPr>
        <p:spPr>
          <a:xfrm>
            <a:off x="9001080" y="4238280"/>
            <a:ext cx="9720" cy="533880"/>
          </a:xfrm>
          <a:custGeom>
            <a:avLst/>
            <a:gdLst/>
            <a:ah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" name=""/>
          <p:cNvSpPr/>
          <p:nvPr/>
        </p:nvSpPr>
        <p:spPr>
          <a:xfrm>
            <a:off x="380880" y="4762440"/>
            <a:ext cx="4677120" cy="9720"/>
          </a:xfrm>
          <a:custGeom>
            <a:avLst/>
            <a:gdLst/>
            <a:ahLst/>
            <a:rect l="0" t="0" r="r" b="b"/>
            <a:pathLst>
              <a:path w="12992" h="27">
                <a:moveTo>
                  <a:pt x="0" y="0"/>
                </a:moveTo>
                <a:lnTo>
                  <a:pt x="12992" y="0"/>
                </a:lnTo>
                <a:lnTo>
                  <a:pt x="129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" name=""/>
          <p:cNvSpPr/>
          <p:nvPr/>
        </p:nvSpPr>
        <p:spPr>
          <a:xfrm>
            <a:off x="5057640" y="4762440"/>
            <a:ext cx="3953160" cy="9720"/>
          </a:xfrm>
          <a:custGeom>
            <a:avLst/>
            <a:gdLst/>
            <a:ahLst/>
            <a:rect l="0" t="0" r="r" b="b"/>
            <a:pathLst>
              <a:path w="10981" h="27">
                <a:moveTo>
                  <a:pt x="0" y="0"/>
                </a:moveTo>
                <a:lnTo>
                  <a:pt x="10981" y="0"/>
                </a:lnTo>
                <a:lnTo>
                  <a:pt x="1098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80880" y="2096280"/>
            <a:ext cx="26193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の違い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2518200" y="2724120"/>
            <a:ext cx="3708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6546240" y="2724120"/>
            <a:ext cx="909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514440" y="3267000"/>
            <a:ext cx="81698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バージョン管理システム（ツール） 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を使うための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Web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サービス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14440" y="380052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ローカルで動作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5177520" y="380052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クラウド上で動作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14440" y="4343400"/>
            <a:ext cx="2483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インストールが必要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5177520" y="4343400"/>
            <a:ext cx="30488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Web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ブラウザでアクセス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80880" y="402840"/>
            <a:ext cx="26614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Git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の基本概念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380880" y="1172520"/>
            <a:ext cx="36550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リポジトリ（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Repository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2" name=""/>
          <p:cNvSpPr/>
          <p:nvPr/>
        </p:nvSpPr>
        <p:spPr>
          <a:xfrm>
            <a:off x="8638920" y="175248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800" y="0"/>
                </a:lnTo>
                <a:cubicBezTo>
                  <a:pt x="1811" y="0"/>
                  <a:pt x="1821" y="1"/>
                  <a:pt x="1831" y="3"/>
                </a:cubicBezTo>
                <a:cubicBezTo>
                  <a:pt x="1842" y="5"/>
                  <a:pt x="1851" y="8"/>
                  <a:pt x="1861" y="12"/>
                </a:cubicBezTo>
                <a:cubicBezTo>
                  <a:pt x="1871" y="16"/>
                  <a:pt x="1880" y="21"/>
                  <a:pt x="1889" y="27"/>
                </a:cubicBezTo>
                <a:cubicBezTo>
                  <a:pt x="1897" y="32"/>
                  <a:pt x="1905" y="39"/>
                  <a:pt x="1913" y="46"/>
                </a:cubicBezTo>
                <a:cubicBezTo>
                  <a:pt x="1920" y="54"/>
                  <a:pt x="1927" y="62"/>
                  <a:pt x="1932" y="70"/>
                </a:cubicBezTo>
                <a:cubicBezTo>
                  <a:pt x="1938" y="79"/>
                  <a:pt x="1943" y="88"/>
                  <a:pt x="1947" y="98"/>
                </a:cubicBezTo>
                <a:cubicBezTo>
                  <a:pt x="1951" y="107"/>
                  <a:pt x="1954" y="117"/>
                  <a:pt x="1956" y="128"/>
                </a:cubicBezTo>
                <a:cubicBezTo>
                  <a:pt x="1958" y="138"/>
                  <a:pt x="1959" y="148"/>
                  <a:pt x="1959" y="159"/>
                </a:cubicBezTo>
                <a:lnTo>
                  <a:pt x="1959" y="874"/>
                </a:lnTo>
                <a:cubicBezTo>
                  <a:pt x="1959" y="884"/>
                  <a:pt x="1958" y="895"/>
                  <a:pt x="1956" y="905"/>
                </a:cubicBezTo>
                <a:cubicBezTo>
                  <a:pt x="1954" y="915"/>
                  <a:pt x="1951" y="925"/>
                  <a:pt x="1947" y="935"/>
                </a:cubicBezTo>
                <a:cubicBezTo>
                  <a:pt x="1943" y="944"/>
                  <a:pt x="1938" y="953"/>
                  <a:pt x="1932" y="962"/>
                </a:cubicBezTo>
                <a:cubicBezTo>
                  <a:pt x="1927" y="971"/>
                  <a:pt x="1920" y="979"/>
                  <a:pt x="1913" y="986"/>
                </a:cubicBezTo>
                <a:cubicBezTo>
                  <a:pt x="1905" y="994"/>
                  <a:pt x="1897" y="1000"/>
                  <a:pt x="1889" y="1006"/>
                </a:cubicBezTo>
                <a:cubicBezTo>
                  <a:pt x="1880" y="1012"/>
                  <a:pt x="1871" y="1017"/>
                  <a:pt x="1861" y="1021"/>
                </a:cubicBezTo>
                <a:cubicBezTo>
                  <a:pt x="1851" y="1025"/>
                  <a:pt x="1842" y="1028"/>
                  <a:pt x="1831" y="1030"/>
                </a:cubicBezTo>
                <a:cubicBezTo>
                  <a:pt x="1821" y="1032"/>
                  <a:pt x="1811" y="1033"/>
                  <a:pt x="1800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79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380880" y="1743120"/>
            <a:ext cx="8276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リポジトリは、プロジェクトの変更履歴を保存する場所です。通常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8733960" y="184428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.git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9344520" y="174312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フォルダに保存さ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6" name=""/>
          <p:cNvSpPr/>
          <p:nvPr/>
        </p:nvSpPr>
        <p:spPr>
          <a:xfrm>
            <a:off x="657000" y="2866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7"/>
                  <a:pt x="291" y="166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7" y="292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2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2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8" y="109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380880" y="217152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れます。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08" name=""/>
          <p:cNvSpPr/>
          <p:nvPr/>
        </p:nvSpPr>
        <p:spPr>
          <a:xfrm>
            <a:off x="657000" y="3352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4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8" y="108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933480" y="2743200"/>
            <a:ext cx="7035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ローカルリポジトリ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⾃分のパソコン上にあるリポジトリ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933480" y="3228840"/>
            <a:ext cx="794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リモートリポジトリ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などのサーバー上にあるリポジトリ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380880" y="3830040"/>
            <a:ext cx="29566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コミット（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Commit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380880" y="4400640"/>
            <a:ext cx="11310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コミットは、ファイルの変更内容を保存する操作です。コミットには以下の情報が含まれま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3" name=""/>
          <p:cNvSpPr/>
          <p:nvPr/>
        </p:nvSpPr>
        <p:spPr>
          <a:xfrm>
            <a:off x="657000" y="5505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2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7" y="292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380880" y="480996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す：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5" name=""/>
          <p:cNvSpPr/>
          <p:nvPr/>
        </p:nvSpPr>
        <p:spPr>
          <a:xfrm>
            <a:off x="657000" y="5991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4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49"/>
                  <a:pt x="262" y="57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9"/>
                  <a:pt x="288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933480" y="538164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変更したファイルの内容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7" name=""/>
          <p:cNvSpPr/>
          <p:nvPr/>
        </p:nvSpPr>
        <p:spPr>
          <a:xfrm>
            <a:off x="657000" y="6467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8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933480" y="5867280"/>
            <a:ext cx="5793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コミットメッセージ（何を変更したかの説明）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933480" y="634356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作成者と⽇時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3" name=""/>
          <p:cNvSpPr/>
          <p:nvPr/>
        </p:nvSpPr>
        <p:spPr>
          <a:xfrm>
            <a:off x="385560" y="514800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4486"/>
                </a:lnTo>
                <a:cubicBezTo>
                  <a:pt x="31725" y="4495"/>
                  <a:pt x="31724" y="4505"/>
                  <a:pt x="31722" y="4514"/>
                </a:cubicBezTo>
                <a:cubicBezTo>
                  <a:pt x="31720" y="4524"/>
                  <a:pt x="31717" y="4533"/>
                  <a:pt x="31714" y="4542"/>
                </a:cubicBezTo>
                <a:cubicBezTo>
                  <a:pt x="31710" y="4550"/>
                  <a:pt x="31705" y="4559"/>
                  <a:pt x="31700" y="4567"/>
                </a:cubicBezTo>
                <a:cubicBezTo>
                  <a:pt x="31695" y="4575"/>
                  <a:pt x="31689" y="4582"/>
                  <a:pt x="31682" y="4589"/>
                </a:cubicBezTo>
                <a:cubicBezTo>
                  <a:pt x="31675" y="4596"/>
                  <a:pt x="31668" y="4602"/>
                  <a:pt x="31660" y="4607"/>
                </a:cubicBezTo>
                <a:cubicBezTo>
                  <a:pt x="31652" y="4612"/>
                  <a:pt x="31644" y="4617"/>
                  <a:pt x="31635" y="4620"/>
                </a:cubicBezTo>
                <a:cubicBezTo>
                  <a:pt x="31626" y="4624"/>
                  <a:pt x="31617" y="4627"/>
                  <a:pt x="31607" y="4629"/>
                </a:cubicBezTo>
                <a:cubicBezTo>
                  <a:pt x="31598" y="4631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1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5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4" name=""/>
          <p:cNvSpPr/>
          <p:nvPr/>
        </p:nvSpPr>
        <p:spPr>
          <a:xfrm>
            <a:off x="385560" y="514800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4486"/>
                </a:lnTo>
                <a:cubicBezTo>
                  <a:pt x="31725" y="4495"/>
                  <a:pt x="31724" y="4505"/>
                  <a:pt x="31722" y="4514"/>
                </a:cubicBezTo>
                <a:cubicBezTo>
                  <a:pt x="31720" y="4524"/>
                  <a:pt x="31717" y="4533"/>
                  <a:pt x="31714" y="4542"/>
                </a:cubicBezTo>
                <a:cubicBezTo>
                  <a:pt x="31710" y="4550"/>
                  <a:pt x="31705" y="4559"/>
                  <a:pt x="31700" y="4567"/>
                </a:cubicBezTo>
                <a:cubicBezTo>
                  <a:pt x="31695" y="4575"/>
                  <a:pt x="31689" y="4582"/>
                  <a:pt x="31682" y="4589"/>
                </a:cubicBezTo>
                <a:cubicBezTo>
                  <a:pt x="31675" y="4596"/>
                  <a:pt x="31668" y="4602"/>
                  <a:pt x="31660" y="4607"/>
                </a:cubicBezTo>
                <a:cubicBezTo>
                  <a:pt x="31652" y="4612"/>
                  <a:pt x="31644" y="4617"/>
                  <a:pt x="31635" y="4620"/>
                </a:cubicBezTo>
                <a:cubicBezTo>
                  <a:pt x="31626" y="4624"/>
                  <a:pt x="31617" y="4627"/>
                  <a:pt x="31607" y="4629"/>
                </a:cubicBezTo>
                <a:cubicBezTo>
                  <a:pt x="31598" y="4631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1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5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80880" y="391320"/>
            <a:ext cx="2831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ブランチ（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Branch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380880" y="961920"/>
            <a:ext cx="11310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ブランチは、独⽴した作業領域です。メインのコードに影響を与えずに、新しい機能を開発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7" name=""/>
          <p:cNvSpPr/>
          <p:nvPr/>
        </p:nvSpPr>
        <p:spPr>
          <a:xfrm>
            <a:off x="657000" y="2066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80880" y="137160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できます。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29" name=""/>
          <p:cNvSpPr/>
          <p:nvPr/>
        </p:nvSpPr>
        <p:spPr>
          <a:xfrm>
            <a:off x="657000" y="2552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933480" y="1942920"/>
            <a:ext cx="870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main/master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通常、メインのブランチ（本番環境のコード）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933480" y="2428920"/>
            <a:ext cx="6483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機能ブランチ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新しい機能を開発するためのブランチ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380880" y="3029760"/>
            <a:ext cx="35031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ステージング（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Staging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380880" y="3600360"/>
            <a:ext cx="11310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ステージングは、コミットするファイルを選ぶ操作です。変更したファイルすべてをコミッ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380880" y="4019400"/>
            <a:ext cx="6621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トするのではなく、必要なファイルだけを選べます。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380880" y="4620600"/>
            <a:ext cx="57628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ワークツリー、インデックス、リポジトリ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42880" y="5302440"/>
            <a:ext cx="3755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作業ディレクトリ（ワークツリー）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542880" y="560736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↓ git add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542880" y="5845320"/>
            <a:ext cx="3755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ステージング領域（インデックス）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42880" y="6150240"/>
            <a:ext cx="2065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↓ git commit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42880" y="637884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リポジトリ（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951560" y="641700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.git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2468160" y="637884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6" name=""/>
          <p:cNvSpPr/>
          <p:nvPr/>
        </p:nvSpPr>
        <p:spPr>
          <a:xfrm>
            <a:off x="385560" y="4414680"/>
            <a:ext cx="11421000" cy="2443320"/>
          </a:xfrm>
          <a:custGeom>
            <a:avLst/>
            <a:gdLst/>
            <a:ahLst/>
            <a:rect l="0" t="0" r="r" b="b"/>
            <a:pathLst>
              <a:path w="31725" h="6787">
                <a:moveTo>
                  <a:pt x="0" y="673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4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6735"/>
                </a:lnTo>
                <a:cubicBezTo>
                  <a:pt x="31725" y="6744"/>
                  <a:pt x="31724" y="6754"/>
                  <a:pt x="31722" y="6763"/>
                </a:cubicBezTo>
                <a:cubicBezTo>
                  <a:pt x="31720" y="6771"/>
                  <a:pt x="31718" y="6780"/>
                  <a:pt x="31715" y="6787"/>
                </a:cubicBezTo>
                <a:lnTo>
                  <a:pt x="10" y="6787"/>
                </a:lnTo>
                <a:cubicBezTo>
                  <a:pt x="7" y="6780"/>
                  <a:pt x="5" y="6771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7" name=""/>
          <p:cNvSpPr/>
          <p:nvPr/>
        </p:nvSpPr>
        <p:spPr>
          <a:xfrm>
            <a:off x="385560" y="4414680"/>
            <a:ext cx="11421000" cy="2443320"/>
          </a:xfrm>
          <a:custGeom>
            <a:avLst/>
            <a:gdLst/>
            <a:ahLst/>
            <a:rect l="0" t="0" r="r" b="b"/>
            <a:pathLst>
              <a:path w="31725" h="6787">
                <a:moveTo>
                  <a:pt x="0" y="673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4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6735"/>
                </a:lnTo>
                <a:cubicBezTo>
                  <a:pt x="31725" y="6744"/>
                  <a:pt x="31724" y="6754"/>
                  <a:pt x="31722" y="6763"/>
                </a:cubicBezTo>
                <a:cubicBezTo>
                  <a:pt x="31720" y="6771"/>
                  <a:pt x="31718" y="6780"/>
                  <a:pt x="31715" y="6787"/>
                </a:cubicBezTo>
                <a:lnTo>
                  <a:pt x="10" y="6787"/>
                </a:lnTo>
                <a:cubicBezTo>
                  <a:pt x="7" y="6780"/>
                  <a:pt x="5" y="6771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380880" y="402840"/>
            <a:ext cx="51793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Git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のインストールと初期設定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380880" y="1172520"/>
            <a:ext cx="25304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のインストール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41520" y="1743120"/>
            <a:ext cx="4248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公式サイト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からダウンロード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41520" y="2228760"/>
            <a:ext cx="3050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インストーラーを実⾏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41520" y="2714760"/>
            <a:ext cx="4261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基本的にはすべて「次へ」で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OK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380880" y="3315600"/>
            <a:ext cx="121392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初期設定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380880" y="3886200"/>
            <a:ext cx="5670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インストール後、最初に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回だけ設定します：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42880" y="46069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801000" y="4569120"/>
            <a:ext cx="1878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ユーザー名の設定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542880" y="4873680"/>
            <a:ext cx="4000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config --global user.name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4544640" y="483588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0a3069"/>
                </a:solidFill>
                <a:effectLst/>
                <a:uFillTx/>
                <a:latin typeface="BIZ-UDGothic"/>
                <a:ea typeface="BIZ-UDGothic"/>
              </a:rPr>
              <a:t>あなたの名前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5953680" y="487368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542880" y="541656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801000" y="5378760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メールアドレスの設定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2" name=""/>
          <p:cNvSpPr txBox="1"/>
          <p:nvPr/>
        </p:nvSpPr>
        <p:spPr>
          <a:xfrm>
            <a:off x="542880" y="5683320"/>
            <a:ext cx="7097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config --global user.email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"your.email@example.com"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542880" y="62262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801000" y="618840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設定の確認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542880" y="649296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config --list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69" name=""/>
          <p:cNvSpPr/>
          <p:nvPr/>
        </p:nvSpPr>
        <p:spPr>
          <a:xfrm>
            <a:off x="385560" y="2033280"/>
            <a:ext cx="11421000" cy="1667520"/>
          </a:xfrm>
          <a:custGeom>
            <a:avLst/>
            <a:gdLst/>
            <a:ahLst/>
            <a:rect l="0" t="0" r="r" b="b"/>
            <a:pathLst>
              <a:path w="31725" h="4632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4486"/>
                </a:lnTo>
                <a:cubicBezTo>
                  <a:pt x="31725" y="4496"/>
                  <a:pt x="31724" y="4505"/>
                  <a:pt x="31722" y="4514"/>
                </a:cubicBezTo>
                <a:cubicBezTo>
                  <a:pt x="31720" y="4524"/>
                  <a:pt x="31717" y="4533"/>
                  <a:pt x="31714" y="4542"/>
                </a:cubicBezTo>
                <a:cubicBezTo>
                  <a:pt x="31710" y="4551"/>
                  <a:pt x="31705" y="4559"/>
                  <a:pt x="31700" y="4567"/>
                </a:cubicBezTo>
                <a:cubicBezTo>
                  <a:pt x="31695" y="4575"/>
                  <a:pt x="31689" y="4582"/>
                  <a:pt x="31682" y="4589"/>
                </a:cubicBezTo>
                <a:cubicBezTo>
                  <a:pt x="31675" y="4596"/>
                  <a:pt x="31668" y="4602"/>
                  <a:pt x="31660" y="4607"/>
                </a:cubicBezTo>
                <a:cubicBezTo>
                  <a:pt x="31652" y="4612"/>
                  <a:pt x="31644" y="4617"/>
                  <a:pt x="31635" y="4620"/>
                </a:cubicBezTo>
                <a:cubicBezTo>
                  <a:pt x="31626" y="4624"/>
                  <a:pt x="31617" y="4627"/>
                  <a:pt x="31607" y="4629"/>
                </a:cubicBezTo>
                <a:cubicBezTo>
                  <a:pt x="31598" y="4631"/>
                  <a:pt x="31589" y="4632"/>
                  <a:pt x="31579" y="4632"/>
                </a:cubicBezTo>
                <a:lnTo>
                  <a:pt x="146" y="4632"/>
                </a:lnTo>
                <a:cubicBezTo>
                  <a:pt x="136" y="4632"/>
                  <a:pt x="127" y="4631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5" y="4567"/>
                </a:cubicBezTo>
                <a:cubicBezTo>
                  <a:pt x="19" y="4559"/>
                  <a:pt x="15" y="4551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6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0" name=""/>
          <p:cNvSpPr/>
          <p:nvPr/>
        </p:nvSpPr>
        <p:spPr>
          <a:xfrm>
            <a:off x="385560" y="2033280"/>
            <a:ext cx="11421000" cy="1667520"/>
          </a:xfrm>
          <a:custGeom>
            <a:avLst/>
            <a:gdLst/>
            <a:ahLst/>
            <a:rect l="0" t="0" r="r" b="b"/>
            <a:pathLst>
              <a:path w="31725" h="4632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4486"/>
                </a:lnTo>
                <a:cubicBezTo>
                  <a:pt x="31725" y="4496"/>
                  <a:pt x="31724" y="4505"/>
                  <a:pt x="31722" y="4514"/>
                </a:cubicBezTo>
                <a:cubicBezTo>
                  <a:pt x="31720" y="4524"/>
                  <a:pt x="31717" y="4533"/>
                  <a:pt x="31714" y="4542"/>
                </a:cubicBezTo>
                <a:cubicBezTo>
                  <a:pt x="31710" y="4551"/>
                  <a:pt x="31705" y="4559"/>
                  <a:pt x="31700" y="4567"/>
                </a:cubicBezTo>
                <a:cubicBezTo>
                  <a:pt x="31695" y="4575"/>
                  <a:pt x="31689" y="4582"/>
                  <a:pt x="31682" y="4589"/>
                </a:cubicBezTo>
                <a:cubicBezTo>
                  <a:pt x="31675" y="4596"/>
                  <a:pt x="31668" y="4602"/>
                  <a:pt x="31660" y="4607"/>
                </a:cubicBezTo>
                <a:cubicBezTo>
                  <a:pt x="31652" y="4612"/>
                  <a:pt x="31644" y="4617"/>
                  <a:pt x="31635" y="4620"/>
                </a:cubicBezTo>
                <a:cubicBezTo>
                  <a:pt x="31626" y="4624"/>
                  <a:pt x="31617" y="4627"/>
                  <a:pt x="31607" y="4629"/>
                </a:cubicBezTo>
                <a:cubicBezTo>
                  <a:pt x="31598" y="4631"/>
                  <a:pt x="31589" y="4632"/>
                  <a:pt x="31579" y="4632"/>
                </a:cubicBezTo>
                <a:lnTo>
                  <a:pt x="146" y="4632"/>
                </a:lnTo>
                <a:cubicBezTo>
                  <a:pt x="136" y="4632"/>
                  <a:pt x="127" y="4631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5" y="4567"/>
                </a:cubicBezTo>
                <a:cubicBezTo>
                  <a:pt x="19" y="4559"/>
                  <a:pt x="15" y="4551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6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1" name=""/>
          <p:cNvSpPr/>
          <p:nvPr/>
        </p:nvSpPr>
        <p:spPr>
          <a:xfrm>
            <a:off x="385560" y="447192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2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4485"/>
                </a:lnTo>
                <a:cubicBezTo>
                  <a:pt x="31725" y="4495"/>
                  <a:pt x="31724" y="4504"/>
                  <a:pt x="31722" y="4514"/>
                </a:cubicBezTo>
                <a:cubicBezTo>
                  <a:pt x="31720" y="4523"/>
                  <a:pt x="31717" y="4532"/>
                  <a:pt x="31714" y="4541"/>
                </a:cubicBezTo>
                <a:cubicBezTo>
                  <a:pt x="31710" y="4550"/>
                  <a:pt x="31705" y="4558"/>
                  <a:pt x="31700" y="4566"/>
                </a:cubicBezTo>
                <a:cubicBezTo>
                  <a:pt x="31695" y="4574"/>
                  <a:pt x="31689" y="4582"/>
                  <a:pt x="31682" y="4588"/>
                </a:cubicBezTo>
                <a:cubicBezTo>
                  <a:pt x="31675" y="4595"/>
                  <a:pt x="31668" y="4601"/>
                  <a:pt x="31660" y="4606"/>
                </a:cubicBezTo>
                <a:cubicBezTo>
                  <a:pt x="31652" y="4612"/>
                  <a:pt x="31644" y="4616"/>
                  <a:pt x="31635" y="4620"/>
                </a:cubicBezTo>
                <a:cubicBezTo>
                  <a:pt x="31626" y="4623"/>
                  <a:pt x="31617" y="4626"/>
                  <a:pt x="31607" y="4628"/>
                </a:cubicBezTo>
                <a:cubicBezTo>
                  <a:pt x="31598" y="4630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0"/>
                  <a:pt x="117" y="4628"/>
                </a:cubicBezTo>
                <a:cubicBezTo>
                  <a:pt x="108" y="4626"/>
                  <a:pt x="99" y="4623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2"/>
                  <a:pt x="30" y="4574"/>
                  <a:pt x="25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4"/>
                  <a:pt x="0" y="4495"/>
                  <a:pt x="0" y="448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2" name=""/>
          <p:cNvSpPr/>
          <p:nvPr/>
        </p:nvSpPr>
        <p:spPr>
          <a:xfrm>
            <a:off x="385560" y="447192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2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4485"/>
                </a:lnTo>
                <a:cubicBezTo>
                  <a:pt x="31725" y="4495"/>
                  <a:pt x="31724" y="4504"/>
                  <a:pt x="31722" y="4514"/>
                </a:cubicBezTo>
                <a:cubicBezTo>
                  <a:pt x="31720" y="4523"/>
                  <a:pt x="31717" y="4532"/>
                  <a:pt x="31714" y="4541"/>
                </a:cubicBezTo>
                <a:cubicBezTo>
                  <a:pt x="31710" y="4550"/>
                  <a:pt x="31705" y="4558"/>
                  <a:pt x="31700" y="4566"/>
                </a:cubicBezTo>
                <a:cubicBezTo>
                  <a:pt x="31695" y="4574"/>
                  <a:pt x="31689" y="4582"/>
                  <a:pt x="31682" y="4588"/>
                </a:cubicBezTo>
                <a:cubicBezTo>
                  <a:pt x="31675" y="4595"/>
                  <a:pt x="31668" y="4601"/>
                  <a:pt x="31660" y="4606"/>
                </a:cubicBezTo>
                <a:cubicBezTo>
                  <a:pt x="31652" y="4612"/>
                  <a:pt x="31644" y="4616"/>
                  <a:pt x="31635" y="4620"/>
                </a:cubicBezTo>
                <a:cubicBezTo>
                  <a:pt x="31626" y="4623"/>
                  <a:pt x="31617" y="4626"/>
                  <a:pt x="31607" y="4628"/>
                </a:cubicBezTo>
                <a:cubicBezTo>
                  <a:pt x="31598" y="4630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0"/>
                  <a:pt x="117" y="4628"/>
                </a:cubicBezTo>
                <a:cubicBezTo>
                  <a:pt x="108" y="4626"/>
                  <a:pt x="99" y="4623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2"/>
                  <a:pt x="30" y="4574"/>
                  <a:pt x="25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4"/>
                  <a:pt x="0" y="4495"/>
                  <a:pt x="0" y="448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380880" y="736200"/>
            <a:ext cx="37404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5. 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基本的な</a:t>
            </a:r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コマンド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380880" y="1505880"/>
            <a:ext cx="2426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リポジトリの作成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542880" y="222588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801000" y="2187720"/>
            <a:ext cx="2582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新しいリポジトリを作成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42880" y="249264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init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542880" y="30355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801000" y="2997360"/>
            <a:ext cx="49294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既存のリポジトリをクローン（ダウンロード）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42880" y="330228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</a:t>
            </a:r>
            <a:r>
              <a:rPr b="0" lang="en-US" sz="1850" strike="noStrike" u="non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clone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&lt;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963080" y="326412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リポジトリの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3371760" y="330228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URL&gt;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80880" y="3944160"/>
            <a:ext cx="27302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ファイルの状態確認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42880" y="466416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801000" y="4626360"/>
            <a:ext cx="2817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変更されたファイルを確認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542880" y="493092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status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542880" y="54738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801000" y="5436000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変更内容の詳細を確認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42880" y="574056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diff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3" name=""/>
          <p:cNvSpPr/>
          <p:nvPr/>
        </p:nvSpPr>
        <p:spPr>
          <a:xfrm>
            <a:off x="385560" y="919080"/>
            <a:ext cx="11421000" cy="2476800"/>
          </a:xfrm>
          <a:custGeom>
            <a:avLst/>
            <a:gdLst/>
            <a:ahLst/>
            <a:rect l="0" t="0" r="r" b="b"/>
            <a:pathLst>
              <a:path w="31725" h="6880">
                <a:moveTo>
                  <a:pt x="0" y="673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6734"/>
                </a:lnTo>
                <a:cubicBezTo>
                  <a:pt x="31725" y="6744"/>
                  <a:pt x="31724" y="6753"/>
                  <a:pt x="31722" y="6763"/>
                </a:cubicBezTo>
                <a:cubicBezTo>
                  <a:pt x="31720" y="6772"/>
                  <a:pt x="31717" y="6781"/>
                  <a:pt x="31714" y="6790"/>
                </a:cubicBezTo>
                <a:cubicBezTo>
                  <a:pt x="31710" y="6799"/>
                  <a:pt x="31705" y="6807"/>
                  <a:pt x="31700" y="6815"/>
                </a:cubicBezTo>
                <a:cubicBezTo>
                  <a:pt x="31695" y="6823"/>
                  <a:pt x="31689" y="6831"/>
                  <a:pt x="31682" y="6837"/>
                </a:cubicBezTo>
                <a:cubicBezTo>
                  <a:pt x="31675" y="6844"/>
                  <a:pt x="31668" y="6850"/>
                  <a:pt x="31660" y="6855"/>
                </a:cubicBezTo>
                <a:cubicBezTo>
                  <a:pt x="31652" y="6861"/>
                  <a:pt x="31644" y="6865"/>
                  <a:pt x="31635" y="6869"/>
                </a:cubicBezTo>
                <a:cubicBezTo>
                  <a:pt x="31626" y="6872"/>
                  <a:pt x="31617" y="6875"/>
                  <a:pt x="31607" y="6877"/>
                </a:cubicBezTo>
                <a:cubicBezTo>
                  <a:pt x="31598" y="6879"/>
                  <a:pt x="31589" y="6880"/>
                  <a:pt x="31579" y="6880"/>
                </a:cubicBezTo>
                <a:lnTo>
                  <a:pt x="146" y="6880"/>
                </a:lnTo>
                <a:cubicBezTo>
                  <a:pt x="136" y="6880"/>
                  <a:pt x="127" y="6879"/>
                  <a:pt x="117" y="6877"/>
                </a:cubicBezTo>
                <a:cubicBezTo>
                  <a:pt x="108" y="6875"/>
                  <a:pt x="99" y="6872"/>
                  <a:pt x="90" y="6869"/>
                </a:cubicBezTo>
                <a:cubicBezTo>
                  <a:pt x="81" y="6865"/>
                  <a:pt x="73" y="6861"/>
                  <a:pt x="65" y="6855"/>
                </a:cubicBezTo>
                <a:cubicBezTo>
                  <a:pt x="57" y="6850"/>
                  <a:pt x="49" y="6844"/>
                  <a:pt x="43" y="6837"/>
                </a:cubicBezTo>
                <a:cubicBezTo>
                  <a:pt x="36" y="6831"/>
                  <a:pt x="30" y="6823"/>
                  <a:pt x="25" y="6815"/>
                </a:cubicBezTo>
                <a:cubicBezTo>
                  <a:pt x="19" y="6807"/>
                  <a:pt x="15" y="6799"/>
                  <a:pt x="11" y="6790"/>
                </a:cubicBezTo>
                <a:cubicBezTo>
                  <a:pt x="7" y="6781"/>
                  <a:pt x="5" y="6772"/>
                  <a:pt x="3" y="6763"/>
                </a:cubicBezTo>
                <a:cubicBezTo>
                  <a:pt x="1" y="6753"/>
                  <a:pt x="0" y="6744"/>
                  <a:pt x="0" y="673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4" name=""/>
          <p:cNvSpPr/>
          <p:nvPr/>
        </p:nvSpPr>
        <p:spPr>
          <a:xfrm>
            <a:off x="385560" y="919080"/>
            <a:ext cx="11421000" cy="2476800"/>
          </a:xfrm>
          <a:custGeom>
            <a:avLst/>
            <a:gdLst/>
            <a:ahLst/>
            <a:rect l="0" t="0" r="r" b="b"/>
            <a:pathLst>
              <a:path w="31725" h="6880">
                <a:moveTo>
                  <a:pt x="0" y="673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6734"/>
                </a:lnTo>
                <a:cubicBezTo>
                  <a:pt x="31725" y="6744"/>
                  <a:pt x="31724" y="6753"/>
                  <a:pt x="31722" y="6763"/>
                </a:cubicBezTo>
                <a:cubicBezTo>
                  <a:pt x="31720" y="6772"/>
                  <a:pt x="31717" y="6781"/>
                  <a:pt x="31714" y="6790"/>
                </a:cubicBezTo>
                <a:cubicBezTo>
                  <a:pt x="31710" y="6799"/>
                  <a:pt x="31705" y="6807"/>
                  <a:pt x="31700" y="6815"/>
                </a:cubicBezTo>
                <a:cubicBezTo>
                  <a:pt x="31695" y="6823"/>
                  <a:pt x="31689" y="6831"/>
                  <a:pt x="31682" y="6837"/>
                </a:cubicBezTo>
                <a:cubicBezTo>
                  <a:pt x="31675" y="6844"/>
                  <a:pt x="31668" y="6850"/>
                  <a:pt x="31660" y="6855"/>
                </a:cubicBezTo>
                <a:cubicBezTo>
                  <a:pt x="31652" y="6861"/>
                  <a:pt x="31644" y="6865"/>
                  <a:pt x="31635" y="6869"/>
                </a:cubicBezTo>
                <a:cubicBezTo>
                  <a:pt x="31626" y="6872"/>
                  <a:pt x="31617" y="6875"/>
                  <a:pt x="31607" y="6877"/>
                </a:cubicBezTo>
                <a:cubicBezTo>
                  <a:pt x="31598" y="6879"/>
                  <a:pt x="31589" y="6880"/>
                  <a:pt x="31579" y="6880"/>
                </a:cubicBezTo>
                <a:lnTo>
                  <a:pt x="146" y="6880"/>
                </a:lnTo>
                <a:cubicBezTo>
                  <a:pt x="136" y="6880"/>
                  <a:pt x="127" y="6879"/>
                  <a:pt x="117" y="6877"/>
                </a:cubicBezTo>
                <a:cubicBezTo>
                  <a:pt x="108" y="6875"/>
                  <a:pt x="99" y="6872"/>
                  <a:pt x="90" y="6869"/>
                </a:cubicBezTo>
                <a:cubicBezTo>
                  <a:pt x="81" y="6865"/>
                  <a:pt x="73" y="6861"/>
                  <a:pt x="65" y="6855"/>
                </a:cubicBezTo>
                <a:cubicBezTo>
                  <a:pt x="57" y="6850"/>
                  <a:pt x="49" y="6844"/>
                  <a:pt x="43" y="6837"/>
                </a:cubicBezTo>
                <a:cubicBezTo>
                  <a:pt x="36" y="6831"/>
                  <a:pt x="30" y="6823"/>
                  <a:pt x="25" y="6815"/>
                </a:cubicBezTo>
                <a:cubicBezTo>
                  <a:pt x="19" y="6807"/>
                  <a:pt x="15" y="6799"/>
                  <a:pt x="11" y="6790"/>
                </a:cubicBezTo>
                <a:cubicBezTo>
                  <a:pt x="7" y="6781"/>
                  <a:pt x="5" y="6772"/>
                  <a:pt x="3" y="6763"/>
                </a:cubicBezTo>
                <a:cubicBezTo>
                  <a:pt x="1" y="6753"/>
                  <a:pt x="0" y="6744"/>
                  <a:pt x="0" y="673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5" name=""/>
          <p:cNvSpPr/>
          <p:nvPr/>
        </p:nvSpPr>
        <p:spPr>
          <a:xfrm>
            <a:off x="385560" y="4167000"/>
            <a:ext cx="11421000" cy="2476800"/>
          </a:xfrm>
          <a:custGeom>
            <a:avLst/>
            <a:gdLst/>
            <a:ahLst/>
            <a:rect l="0" t="0" r="r" b="b"/>
            <a:pathLst>
              <a:path w="31725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6735"/>
                </a:lnTo>
                <a:cubicBezTo>
                  <a:pt x="31725" y="6744"/>
                  <a:pt x="31724" y="6754"/>
                  <a:pt x="31722" y="6763"/>
                </a:cubicBezTo>
                <a:cubicBezTo>
                  <a:pt x="31720" y="6772"/>
                  <a:pt x="31717" y="6782"/>
                  <a:pt x="31714" y="6790"/>
                </a:cubicBezTo>
                <a:cubicBezTo>
                  <a:pt x="31710" y="6799"/>
                  <a:pt x="31705" y="6808"/>
                  <a:pt x="31700" y="6816"/>
                </a:cubicBezTo>
                <a:cubicBezTo>
                  <a:pt x="31695" y="6823"/>
                  <a:pt x="31689" y="6831"/>
                  <a:pt x="31682" y="6838"/>
                </a:cubicBezTo>
                <a:cubicBezTo>
                  <a:pt x="31675" y="6844"/>
                  <a:pt x="31668" y="6850"/>
                  <a:pt x="31660" y="6856"/>
                </a:cubicBezTo>
                <a:cubicBezTo>
                  <a:pt x="31652" y="6861"/>
                  <a:pt x="31644" y="6865"/>
                  <a:pt x="31635" y="6869"/>
                </a:cubicBezTo>
                <a:cubicBezTo>
                  <a:pt x="31626" y="6873"/>
                  <a:pt x="31617" y="6876"/>
                  <a:pt x="31607" y="6877"/>
                </a:cubicBezTo>
                <a:cubicBezTo>
                  <a:pt x="31598" y="6879"/>
                  <a:pt x="31589" y="6880"/>
                  <a:pt x="31579" y="6880"/>
                </a:cubicBezTo>
                <a:lnTo>
                  <a:pt x="146" y="6880"/>
                </a:lnTo>
                <a:cubicBezTo>
                  <a:pt x="136" y="6880"/>
                  <a:pt x="127" y="6879"/>
                  <a:pt x="117" y="6877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5"/>
                  <a:pt x="73" y="6861"/>
                  <a:pt x="65" y="6856"/>
                </a:cubicBezTo>
                <a:cubicBezTo>
                  <a:pt x="57" y="6850"/>
                  <a:pt x="49" y="6844"/>
                  <a:pt x="43" y="6838"/>
                </a:cubicBezTo>
                <a:cubicBezTo>
                  <a:pt x="36" y="6831"/>
                  <a:pt x="30" y="6823"/>
                  <a:pt x="25" y="6816"/>
                </a:cubicBezTo>
                <a:cubicBezTo>
                  <a:pt x="19" y="6808"/>
                  <a:pt x="15" y="6799"/>
                  <a:pt x="11" y="6790"/>
                </a:cubicBezTo>
                <a:cubicBezTo>
                  <a:pt x="7" y="6782"/>
                  <a:pt x="5" y="6772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6" name=""/>
          <p:cNvSpPr/>
          <p:nvPr/>
        </p:nvSpPr>
        <p:spPr>
          <a:xfrm>
            <a:off x="385560" y="4167000"/>
            <a:ext cx="11421000" cy="2476800"/>
          </a:xfrm>
          <a:custGeom>
            <a:avLst/>
            <a:gdLst/>
            <a:ahLst/>
            <a:rect l="0" t="0" r="r" b="b"/>
            <a:pathLst>
              <a:path w="31725" h="6880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6735"/>
                </a:lnTo>
                <a:cubicBezTo>
                  <a:pt x="31725" y="6744"/>
                  <a:pt x="31724" y="6754"/>
                  <a:pt x="31722" y="6763"/>
                </a:cubicBezTo>
                <a:cubicBezTo>
                  <a:pt x="31720" y="6772"/>
                  <a:pt x="31717" y="6782"/>
                  <a:pt x="31714" y="6790"/>
                </a:cubicBezTo>
                <a:cubicBezTo>
                  <a:pt x="31710" y="6799"/>
                  <a:pt x="31705" y="6808"/>
                  <a:pt x="31700" y="6816"/>
                </a:cubicBezTo>
                <a:cubicBezTo>
                  <a:pt x="31695" y="6823"/>
                  <a:pt x="31689" y="6831"/>
                  <a:pt x="31682" y="6838"/>
                </a:cubicBezTo>
                <a:cubicBezTo>
                  <a:pt x="31675" y="6844"/>
                  <a:pt x="31668" y="6850"/>
                  <a:pt x="31660" y="6856"/>
                </a:cubicBezTo>
                <a:cubicBezTo>
                  <a:pt x="31652" y="6861"/>
                  <a:pt x="31644" y="6865"/>
                  <a:pt x="31635" y="6869"/>
                </a:cubicBezTo>
                <a:cubicBezTo>
                  <a:pt x="31626" y="6873"/>
                  <a:pt x="31617" y="6876"/>
                  <a:pt x="31607" y="6877"/>
                </a:cubicBezTo>
                <a:cubicBezTo>
                  <a:pt x="31598" y="6879"/>
                  <a:pt x="31589" y="6880"/>
                  <a:pt x="31579" y="6880"/>
                </a:cubicBezTo>
                <a:lnTo>
                  <a:pt x="146" y="6880"/>
                </a:lnTo>
                <a:cubicBezTo>
                  <a:pt x="136" y="6880"/>
                  <a:pt x="127" y="6879"/>
                  <a:pt x="117" y="6877"/>
                </a:cubicBezTo>
                <a:cubicBezTo>
                  <a:pt x="108" y="6876"/>
                  <a:pt x="99" y="6873"/>
                  <a:pt x="90" y="6869"/>
                </a:cubicBezTo>
                <a:cubicBezTo>
                  <a:pt x="81" y="6865"/>
                  <a:pt x="73" y="6861"/>
                  <a:pt x="65" y="6856"/>
                </a:cubicBezTo>
                <a:cubicBezTo>
                  <a:pt x="57" y="6850"/>
                  <a:pt x="49" y="6844"/>
                  <a:pt x="43" y="6838"/>
                </a:cubicBezTo>
                <a:cubicBezTo>
                  <a:pt x="36" y="6831"/>
                  <a:pt x="30" y="6823"/>
                  <a:pt x="25" y="6816"/>
                </a:cubicBezTo>
                <a:cubicBezTo>
                  <a:pt x="19" y="6808"/>
                  <a:pt x="15" y="6799"/>
                  <a:pt x="11" y="6790"/>
                </a:cubicBezTo>
                <a:cubicBezTo>
                  <a:pt x="7" y="6782"/>
                  <a:pt x="5" y="6772"/>
                  <a:pt x="3" y="6763"/>
                </a:cubicBezTo>
                <a:cubicBezTo>
                  <a:pt x="1" y="6754"/>
                  <a:pt x="0" y="6744"/>
                  <a:pt x="0" y="673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380880" y="391320"/>
            <a:ext cx="36399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ファイルの追加とコミット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542880" y="11113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801000" y="1073520"/>
            <a:ext cx="3990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特定のファイルをステージングに追加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42880" y="137808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575720" y="133992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ファイル名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542880" y="192096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801000" y="1883160"/>
            <a:ext cx="37558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すべての変更をステージングに追加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542880" y="218772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 .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42880" y="27306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801000" y="2692800"/>
            <a:ext cx="4694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ステージングに追加したファイルをコミット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542880" y="2997360"/>
            <a:ext cx="1936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commit -m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2479320" y="2959200"/>
            <a:ext cx="211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0a3069"/>
                </a:solidFill>
                <a:effectLst/>
                <a:uFillTx/>
                <a:latin typeface="BIZ-UDGothic"/>
                <a:ea typeface="BIZ-UDGothic"/>
              </a:rPr>
              <a:t>コミットメッセージ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4592520" y="29973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380880" y="3639600"/>
            <a:ext cx="27302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コミット履歴の確認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542880" y="43596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801000" y="4321440"/>
            <a:ext cx="211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コミット履歴を表示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42880" y="462600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</a:t>
            </a:r>
            <a:r>
              <a:rPr b="0" lang="en-US" sz="1850" strike="noStrike" u="non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log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542880" y="516924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801000" y="5131080"/>
            <a:ext cx="1878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簡潔な形式で表示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42880" y="543564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</a:t>
            </a:r>
            <a:r>
              <a:rPr b="0" lang="en-US" sz="1850" strike="noStrike" u="non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log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--oneline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542880" y="59785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801000" y="5940720"/>
            <a:ext cx="1878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グラフ形式で表示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542880" y="6245280"/>
            <a:ext cx="40006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</a:t>
            </a:r>
            <a:r>
              <a:rPr b="0" lang="en-US" sz="1850" strike="noStrike" u="non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log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--graph --oneline --all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3" name=""/>
          <p:cNvSpPr/>
          <p:nvPr/>
        </p:nvSpPr>
        <p:spPr>
          <a:xfrm>
            <a:off x="385560" y="919080"/>
            <a:ext cx="11421000" cy="3286440"/>
          </a:xfrm>
          <a:custGeom>
            <a:avLst/>
            <a:gdLst/>
            <a:ahLst/>
            <a:rect l="0" t="0" r="r" b="b"/>
            <a:pathLst>
              <a:path w="31725" h="9129">
                <a:moveTo>
                  <a:pt x="0" y="8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8983"/>
                </a:lnTo>
                <a:cubicBezTo>
                  <a:pt x="31725" y="8993"/>
                  <a:pt x="31724" y="9002"/>
                  <a:pt x="31722" y="9012"/>
                </a:cubicBezTo>
                <a:cubicBezTo>
                  <a:pt x="31720" y="9021"/>
                  <a:pt x="31717" y="9030"/>
                  <a:pt x="31714" y="9039"/>
                </a:cubicBezTo>
                <a:cubicBezTo>
                  <a:pt x="31710" y="9048"/>
                  <a:pt x="31705" y="9056"/>
                  <a:pt x="31700" y="9064"/>
                </a:cubicBezTo>
                <a:cubicBezTo>
                  <a:pt x="31695" y="9072"/>
                  <a:pt x="31689" y="9079"/>
                  <a:pt x="31682" y="9086"/>
                </a:cubicBezTo>
                <a:cubicBezTo>
                  <a:pt x="31675" y="9093"/>
                  <a:pt x="31668" y="9099"/>
                  <a:pt x="31660" y="9104"/>
                </a:cubicBezTo>
                <a:cubicBezTo>
                  <a:pt x="31652" y="9110"/>
                  <a:pt x="31644" y="9114"/>
                  <a:pt x="31635" y="9118"/>
                </a:cubicBezTo>
                <a:cubicBezTo>
                  <a:pt x="31626" y="9121"/>
                  <a:pt x="31617" y="9124"/>
                  <a:pt x="31607" y="9126"/>
                </a:cubicBezTo>
                <a:cubicBezTo>
                  <a:pt x="31598" y="9128"/>
                  <a:pt x="31589" y="9129"/>
                  <a:pt x="31579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7" y="9126"/>
                </a:cubicBezTo>
                <a:cubicBezTo>
                  <a:pt x="108" y="9124"/>
                  <a:pt x="99" y="9121"/>
                  <a:pt x="90" y="9118"/>
                </a:cubicBezTo>
                <a:cubicBezTo>
                  <a:pt x="81" y="9114"/>
                  <a:pt x="73" y="9110"/>
                  <a:pt x="65" y="9104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79"/>
                  <a:pt x="30" y="9072"/>
                  <a:pt x="25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2"/>
                  <a:pt x="0" y="8993"/>
                  <a:pt x="0" y="898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4" name=""/>
          <p:cNvSpPr/>
          <p:nvPr/>
        </p:nvSpPr>
        <p:spPr>
          <a:xfrm>
            <a:off x="385560" y="919080"/>
            <a:ext cx="11421000" cy="3286440"/>
          </a:xfrm>
          <a:custGeom>
            <a:avLst/>
            <a:gdLst/>
            <a:ahLst/>
            <a:rect l="0" t="0" r="r" b="b"/>
            <a:pathLst>
              <a:path w="31725" h="9129">
                <a:moveTo>
                  <a:pt x="0" y="898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8983"/>
                </a:lnTo>
                <a:cubicBezTo>
                  <a:pt x="31725" y="8993"/>
                  <a:pt x="31724" y="9002"/>
                  <a:pt x="31722" y="9012"/>
                </a:cubicBezTo>
                <a:cubicBezTo>
                  <a:pt x="31720" y="9021"/>
                  <a:pt x="31717" y="9030"/>
                  <a:pt x="31714" y="9039"/>
                </a:cubicBezTo>
                <a:cubicBezTo>
                  <a:pt x="31710" y="9048"/>
                  <a:pt x="31705" y="9056"/>
                  <a:pt x="31700" y="9064"/>
                </a:cubicBezTo>
                <a:cubicBezTo>
                  <a:pt x="31695" y="9072"/>
                  <a:pt x="31689" y="9079"/>
                  <a:pt x="31682" y="9086"/>
                </a:cubicBezTo>
                <a:cubicBezTo>
                  <a:pt x="31675" y="9093"/>
                  <a:pt x="31668" y="9099"/>
                  <a:pt x="31660" y="9104"/>
                </a:cubicBezTo>
                <a:cubicBezTo>
                  <a:pt x="31652" y="9110"/>
                  <a:pt x="31644" y="9114"/>
                  <a:pt x="31635" y="9118"/>
                </a:cubicBezTo>
                <a:cubicBezTo>
                  <a:pt x="31626" y="9121"/>
                  <a:pt x="31617" y="9124"/>
                  <a:pt x="31607" y="9126"/>
                </a:cubicBezTo>
                <a:cubicBezTo>
                  <a:pt x="31598" y="9128"/>
                  <a:pt x="31589" y="9129"/>
                  <a:pt x="31579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7" y="9126"/>
                </a:cubicBezTo>
                <a:cubicBezTo>
                  <a:pt x="108" y="9124"/>
                  <a:pt x="99" y="9121"/>
                  <a:pt x="90" y="9118"/>
                </a:cubicBezTo>
                <a:cubicBezTo>
                  <a:pt x="81" y="9114"/>
                  <a:pt x="73" y="9110"/>
                  <a:pt x="65" y="9104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79"/>
                  <a:pt x="30" y="9072"/>
                  <a:pt x="25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2"/>
                  <a:pt x="0" y="8993"/>
                  <a:pt x="0" y="898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5" name=""/>
          <p:cNvSpPr/>
          <p:nvPr/>
        </p:nvSpPr>
        <p:spPr>
          <a:xfrm>
            <a:off x="385560" y="4976640"/>
            <a:ext cx="11421000" cy="1881360"/>
          </a:xfrm>
          <a:custGeom>
            <a:avLst/>
            <a:gdLst/>
            <a:ahLst/>
            <a:rect l="0" t="0" r="r" b="b"/>
            <a:pathLst>
              <a:path w="31725" h="5226">
                <a:moveTo>
                  <a:pt x="0" y="522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5226"/>
                </a:lnTo>
                <a:lnTo>
                  <a:pt x="0" y="5226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6" name=""/>
          <p:cNvSpPr/>
          <p:nvPr/>
        </p:nvSpPr>
        <p:spPr>
          <a:xfrm>
            <a:off x="385560" y="4976640"/>
            <a:ext cx="11421000" cy="1881360"/>
          </a:xfrm>
          <a:custGeom>
            <a:avLst/>
            <a:gdLst/>
            <a:ahLst/>
            <a:rect l="0" t="0" r="r" b="b"/>
            <a:pathLst>
              <a:path w="31725" h="5226">
                <a:moveTo>
                  <a:pt x="0" y="5226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5226"/>
                </a:lnTo>
                <a:lnTo>
                  <a:pt x="0" y="5226"/>
                </a:ln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80880" y="391320"/>
            <a:ext cx="2426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過去の状態に戻る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542880" y="11113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801000" y="1073520"/>
            <a:ext cx="6102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特定のコミットの内容を確認（ファイルは変更されない）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42880" y="1378080"/>
            <a:ext cx="1807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checkout &lt;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2350080" y="13399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コミット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3289320" y="137808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ID&gt;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542880" y="192096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1317600" y="188316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ブランチに戻る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542880" y="218772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checkout 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542880" y="27306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801000" y="2692800"/>
            <a:ext cx="6337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ファイルの変更を取り消す（まだコミットしていない場合）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42880" y="299736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restore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091960" y="295920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ファイル名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542880" y="354024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801000" y="3502440"/>
            <a:ext cx="2582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ステージングを取り消す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542880" y="3807000"/>
            <a:ext cx="2710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restore --staged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3253680" y="376884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ファイル名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380880" y="4449240"/>
            <a:ext cx="21236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ブランチの操作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542880" y="516924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6" name=""/>
          <p:cNvSpPr txBox="1"/>
          <p:nvPr/>
        </p:nvSpPr>
        <p:spPr>
          <a:xfrm>
            <a:off x="801000" y="5131080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ブランチの一覧を表示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542880" y="543564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branch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542880" y="59785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01000" y="5940720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新しいブランチを作成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542880" y="624528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branch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1963080" y="620748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ブランチ名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5" name=""/>
          <p:cNvSpPr/>
          <p:nvPr/>
        </p:nvSpPr>
        <p:spPr>
          <a:xfrm>
            <a:off x="385560" y="975960"/>
            <a:ext cx="11421000" cy="2477160"/>
          </a:xfrm>
          <a:custGeom>
            <a:avLst/>
            <a:gdLst/>
            <a:ahLst/>
            <a:rect l="0" t="0" r="r" b="b"/>
            <a:pathLst>
              <a:path w="31725" h="6881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2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8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6735"/>
                </a:lnTo>
                <a:cubicBezTo>
                  <a:pt x="31725" y="6745"/>
                  <a:pt x="31724" y="6754"/>
                  <a:pt x="31722" y="6764"/>
                </a:cubicBezTo>
                <a:cubicBezTo>
                  <a:pt x="31720" y="6773"/>
                  <a:pt x="31717" y="6782"/>
                  <a:pt x="31714" y="6791"/>
                </a:cubicBezTo>
                <a:cubicBezTo>
                  <a:pt x="31710" y="6800"/>
                  <a:pt x="31705" y="6808"/>
                  <a:pt x="31700" y="6816"/>
                </a:cubicBezTo>
                <a:cubicBezTo>
                  <a:pt x="31695" y="6824"/>
                  <a:pt x="31689" y="6831"/>
                  <a:pt x="31682" y="6838"/>
                </a:cubicBezTo>
                <a:cubicBezTo>
                  <a:pt x="31675" y="6845"/>
                  <a:pt x="31668" y="6851"/>
                  <a:pt x="31660" y="6856"/>
                </a:cubicBezTo>
                <a:cubicBezTo>
                  <a:pt x="31652" y="6861"/>
                  <a:pt x="31644" y="6866"/>
                  <a:pt x="31635" y="6870"/>
                </a:cubicBezTo>
                <a:cubicBezTo>
                  <a:pt x="31626" y="6873"/>
                  <a:pt x="31617" y="6876"/>
                  <a:pt x="31607" y="6878"/>
                </a:cubicBezTo>
                <a:cubicBezTo>
                  <a:pt x="31598" y="6880"/>
                  <a:pt x="31589" y="6881"/>
                  <a:pt x="31579" y="6881"/>
                </a:cubicBezTo>
                <a:lnTo>
                  <a:pt x="146" y="6881"/>
                </a:lnTo>
                <a:cubicBezTo>
                  <a:pt x="136" y="6881"/>
                  <a:pt x="127" y="6880"/>
                  <a:pt x="117" y="6878"/>
                </a:cubicBezTo>
                <a:cubicBezTo>
                  <a:pt x="108" y="6876"/>
                  <a:pt x="99" y="6873"/>
                  <a:pt x="90" y="6870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5" y="6816"/>
                </a:cubicBezTo>
                <a:cubicBezTo>
                  <a:pt x="19" y="6808"/>
                  <a:pt x="15" y="6800"/>
                  <a:pt x="11" y="6791"/>
                </a:cubicBezTo>
                <a:cubicBezTo>
                  <a:pt x="7" y="6782"/>
                  <a:pt x="5" y="6773"/>
                  <a:pt x="3" y="6764"/>
                </a:cubicBezTo>
                <a:cubicBezTo>
                  <a:pt x="1" y="6754"/>
                  <a:pt x="0" y="6745"/>
                  <a:pt x="0" y="673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6" name=""/>
          <p:cNvSpPr/>
          <p:nvPr/>
        </p:nvSpPr>
        <p:spPr>
          <a:xfrm>
            <a:off x="385560" y="975960"/>
            <a:ext cx="11421000" cy="2477160"/>
          </a:xfrm>
          <a:custGeom>
            <a:avLst/>
            <a:gdLst/>
            <a:ahLst/>
            <a:rect l="0" t="0" r="r" b="b"/>
            <a:pathLst>
              <a:path w="31725" h="6881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2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8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6735"/>
                </a:lnTo>
                <a:cubicBezTo>
                  <a:pt x="31725" y="6745"/>
                  <a:pt x="31724" y="6754"/>
                  <a:pt x="31722" y="6764"/>
                </a:cubicBezTo>
                <a:cubicBezTo>
                  <a:pt x="31720" y="6773"/>
                  <a:pt x="31717" y="6782"/>
                  <a:pt x="31714" y="6791"/>
                </a:cubicBezTo>
                <a:cubicBezTo>
                  <a:pt x="31710" y="6800"/>
                  <a:pt x="31705" y="6808"/>
                  <a:pt x="31700" y="6816"/>
                </a:cubicBezTo>
                <a:cubicBezTo>
                  <a:pt x="31695" y="6824"/>
                  <a:pt x="31689" y="6831"/>
                  <a:pt x="31682" y="6838"/>
                </a:cubicBezTo>
                <a:cubicBezTo>
                  <a:pt x="31675" y="6845"/>
                  <a:pt x="31668" y="6851"/>
                  <a:pt x="31660" y="6856"/>
                </a:cubicBezTo>
                <a:cubicBezTo>
                  <a:pt x="31652" y="6861"/>
                  <a:pt x="31644" y="6866"/>
                  <a:pt x="31635" y="6870"/>
                </a:cubicBezTo>
                <a:cubicBezTo>
                  <a:pt x="31626" y="6873"/>
                  <a:pt x="31617" y="6876"/>
                  <a:pt x="31607" y="6878"/>
                </a:cubicBezTo>
                <a:cubicBezTo>
                  <a:pt x="31598" y="6880"/>
                  <a:pt x="31589" y="6881"/>
                  <a:pt x="31579" y="6881"/>
                </a:cubicBezTo>
                <a:lnTo>
                  <a:pt x="146" y="6881"/>
                </a:lnTo>
                <a:cubicBezTo>
                  <a:pt x="136" y="6881"/>
                  <a:pt x="127" y="6880"/>
                  <a:pt x="117" y="6878"/>
                </a:cubicBezTo>
                <a:cubicBezTo>
                  <a:pt x="108" y="6876"/>
                  <a:pt x="99" y="6873"/>
                  <a:pt x="90" y="6870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5" y="6816"/>
                </a:cubicBezTo>
                <a:cubicBezTo>
                  <a:pt x="19" y="6808"/>
                  <a:pt x="15" y="6800"/>
                  <a:pt x="11" y="6791"/>
                </a:cubicBezTo>
                <a:cubicBezTo>
                  <a:pt x="7" y="6782"/>
                  <a:pt x="5" y="6773"/>
                  <a:pt x="3" y="6764"/>
                </a:cubicBezTo>
                <a:cubicBezTo>
                  <a:pt x="1" y="6754"/>
                  <a:pt x="0" y="6745"/>
                  <a:pt x="0" y="673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7" name=""/>
          <p:cNvSpPr/>
          <p:nvPr/>
        </p:nvSpPr>
        <p:spPr>
          <a:xfrm>
            <a:off x="385560" y="4214520"/>
            <a:ext cx="11421000" cy="1667520"/>
          </a:xfrm>
          <a:custGeom>
            <a:avLst/>
            <a:gdLst/>
            <a:ahLst/>
            <a:rect l="0" t="0" r="r" b="b"/>
            <a:pathLst>
              <a:path w="31725" h="4632">
                <a:moveTo>
                  <a:pt x="0" y="448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4485"/>
                </a:lnTo>
                <a:cubicBezTo>
                  <a:pt x="31725" y="4495"/>
                  <a:pt x="31724" y="4505"/>
                  <a:pt x="31722" y="4514"/>
                </a:cubicBezTo>
                <a:cubicBezTo>
                  <a:pt x="31720" y="4524"/>
                  <a:pt x="31717" y="4533"/>
                  <a:pt x="31714" y="4542"/>
                </a:cubicBezTo>
                <a:cubicBezTo>
                  <a:pt x="31710" y="4551"/>
                  <a:pt x="31705" y="4559"/>
                  <a:pt x="31700" y="4567"/>
                </a:cubicBezTo>
                <a:cubicBezTo>
                  <a:pt x="31695" y="4575"/>
                  <a:pt x="31689" y="4582"/>
                  <a:pt x="31682" y="4589"/>
                </a:cubicBezTo>
                <a:cubicBezTo>
                  <a:pt x="31675" y="4596"/>
                  <a:pt x="31668" y="4602"/>
                  <a:pt x="31660" y="4607"/>
                </a:cubicBezTo>
                <a:cubicBezTo>
                  <a:pt x="31652" y="4612"/>
                  <a:pt x="31644" y="4617"/>
                  <a:pt x="31635" y="4620"/>
                </a:cubicBezTo>
                <a:cubicBezTo>
                  <a:pt x="31626" y="4624"/>
                  <a:pt x="31617" y="4627"/>
                  <a:pt x="31607" y="4629"/>
                </a:cubicBezTo>
                <a:cubicBezTo>
                  <a:pt x="31598" y="4631"/>
                  <a:pt x="31589" y="4632"/>
                  <a:pt x="31579" y="4632"/>
                </a:cubicBezTo>
                <a:lnTo>
                  <a:pt x="146" y="4632"/>
                </a:lnTo>
                <a:cubicBezTo>
                  <a:pt x="136" y="4632"/>
                  <a:pt x="127" y="4631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5" y="4567"/>
                </a:cubicBezTo>
                <a:cubicBezTo>
                  <a:pt x="19" y="4559"/>
                  <a:pt x="15" y="4551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8" name=""/>
          <p:cNvSpPr/>
          <p:nvPr/>
        </p:nvSpPr>
        <p:spPr>
          <a:xfrm>
            <a:off x="385560" y="4214520"/>
            <a:ext cx="11421000" cy="1667520"/>
          </a:xfrm>
          <a:custGeom>
            <a:avLst/>
            <a:gdLst/>
            <a:ahLst/>
            <a:rect l="0" t="0" r="r" b="b"/>
            <a:pathLst>
              <a:path w="31725" h="4632">
                <a:moveTo>
                  <a:pt x="0" y="448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4485"/>
                </a:lnTo>
                <a:cubicBezTo>
                  <a:pt x="31725" y="4495"/>
                  <a:pt x="31724" y="4505"/>
                  <a:pt x="31722" y="4514"/>
                </a:cubicBezTo>
                <a:cubicBezTo>
                  <a:pt x="31720" y="4524"/>
                  <a:pt x="31717" y="4533"/>
                  <a:pt x="31714" y="4542"/>
                </a:cubicBezTo>
                <a:cubicBezTo>
                  <a:pt x="31710" y="4551"/>
                  <a:pt x="31705" y="4559"/>
                  <a:pt x="31700" y="4567"/>
                </a:cubicBezTo>
                <a:cubicBezTo>
                  <a:pt x="31695" y="4575"/>
                  <a:pt x="31689" y="4582"/>
                  <a:pt x="31682" y="4589"/>
                </a:cubicBezTo>
                <a:cubicBezTo>
                  <a:pt x="31675" y="4596"/>
                  <a:pt x="31668" y="4602"/>
                  <a:pt x="31660" y="4607"/>
                </a:cubicBezTo>
                <a:cubicBezTo>
                  <a:pt x="31652" y="4612"/>
                  <a:pt x="31644" y="4617"/>
                  <a:pt x="31635" y="4620"/>
                </a:cubicBezTo>
                <a:cubicBezTo>
                  <a:pt x="31626" y="4624"/>
                  <a:pt x="31617" y="4627"/>
                  <a:pt x="31607" y="4629"/>
                </a:cubicBezTo>
                <a:cubicBezTo>
                  <a:pt x="31598" y="4631"/>
                  <a:pt x="31589" y="4632"/>
                  <a:pt x="31579" y="4632"/>
                </a:cubicBezTo>
                <a:lnTo>
                  <a:pt x="146" y="4632"/>
                </a:lnTo>
                <a:cubicBezTo>
                  <a:pt x="136" y="4632"/>
                  <a:pt x="127" y="4631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5" y="4567"/>
                </a:cubicBezTo>
                <a:cubicBezTo>
                  <a:pt x="19" y="4559"/>
                  <a:pt x="15" y="4551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542880" y="116856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801000" y="1130400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ブランチを切り替える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42880" y="143532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checkout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2221200" y="139716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ブランチ名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542880" y="19782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801000" y="1940040"/>
            <a:ext cx="3990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ブランチを作成して切り替える（上記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4792680" y="197820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2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4921560" y="1940040"/>
            <a:ext cx="2582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つのコマンドを同時に）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542880" y="2244960"/>
            <a:ext cx="2065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checkout -b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608200" y="220680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ブランチ名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542880" y="278784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801000" y="274968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ブランチを削除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542880" y="3054600"/>
            <a:ext cx="1807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branch -d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2350080" y="301644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ブランチ名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380880" y="3696480"/>
            <a:ext cx="36399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ブランチの統合（マージ）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542880" y="440712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1317600" y="4368960"/>
            <a:ext cx="211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ブランチに切り替え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542880" y="467388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checkout 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542880" y="521676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801000" y="5178600"/>
            <a:ext cx="211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他のブランチを統合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542880" y="548352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merge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1833840" y="544536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ブランチ名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4" name=""/>
          <p:cNvSpPr/>
          <p:nvPr/>
        </p:nvSpPr>
        <p:spPr>
          <a:xfrm>
            <a:off x="385560" y="1900080"/>
            <a:ext cx="11421000" cy="4372200"/>
          </a:xfrm>
          <a:custGeom>
            <a:avLst/>
            <a:gdLst/>
            <a:ahLst/>
            <a:rect l="0" t="0" r="r" b="b"/>
            <a:pathLst>
              <a:path w="31725" h="12145">
                <a:moveTo>
                  <a:pt x="0" y="120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4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12000"/>
                </a:lnTo>
                <a:cubicBezTo>
                  <a:pt x="31725" y="12009"/>
                  <a:pt x="31724" y="12019"/>
                  <a:pt x="31722" y="12028"/>
                </a:cubicBezTo>
                <a:cubicBezTo>
                  <a:pt x="31720" y="12038"/>
                  <a:pt x="31717" y="12047"/>
                  <a:pt x="31714" y="12055"/>
                </a:cubicBezTo>
                <a:cubicBezTo>
                  <a:pt x="31710" y="12064"/>
                  <a:pt x="31705" y="12073"/>
                  <a:pt x="31700" y="12081"/>
                </a:cubicBezTo>
                <a:cubicBezTo>
                  <a:pt x="31695" y="12089"/>
                  <a:pt x="31689" y="12096"/>
                  <a:pt x="31682" y="12103"/>
                </a:cubicBezTo>
                <a:cubicBezTo>
                  <a:pt x="31675" y="12109"/>
                  <a:pt x="31668" y="12115"/>
                  <a:pt x="31660" y="12121"/>
                </a:cubicBezTo>
                <a:cubicBezTo>
                  <a:pt x="31652" y="12126"/>
                  <a:pt x="31644" y="12131"/>
                  <a:pt x="31635" y="12134"/>
                </a:cubicBezTo>
                <a:cubicBezTo>
                  <a:pt x="31626" y="12138"/>
                  <a:pt x="31617" y="12141"/>
                  <a:pt x="31607" y="12143"/>
                </a:cubicBezTo>
                <a:cubicBezTo>
                  <a:pt x="31598" y="12144"/>
                  <a:pt x="31589" y="12145"/>
                  <a:pt x="31579" y="12145"/>
                </a:cubicBezTo>
                <a:lnTo>
                  <a:pt x="146" y="12145"/>
                </a:lnTo>
                <a:cubicBezTo>
                  <a:pt x="136" y="12145"/>
                  <a:pt x="127" y="12144"/>
                  <a:pt x="117" y="12143"/>
                </a:cubicBezTo>
                <a:cubicBezTo>
                  <a:pt x="108" y="12141"/>
                  <a:pt x="99" y="12138"/>
                  <a:pt x="90" y="12134"/>
                </a:cubicBezTo>
                <a:cubicBezTo>
                  <a:pt x="81" y="12131"/>
                  <a:pt x="73" y="12126"/>
                  <a:pt x="65" y="12121"/>
                </a:cubicBezTo>
                <a:cubicBezTo>
                  <a:pt x="57" y="12115"/>
                  <a:pt x="49" y="12109"/>
                  <a:pt x="43" y="12103"/>
                </a:cubicBezTo>
                <a:cubicBezTo>
                  <a:pt x="36" y="12096"/>
                  <a:pt x="30" y="12089"/>
                  <a:pt x="25" y="12081"/>
                </a:cubicBezTo>
                <a:cubicBezTo>
                  <a:pt x="19" y="12073"/>
                  <a:pt x="15" y="12064"/>
                  <a:pt x="11" y="12055"/>
                </a:cubicBezTo>
                <a:cubicBezTo>
                  <a:pt x="7" y="12047"/>
                  <a:pt x="5" y="12038"/>
                  <a:pt x="3" y="12028"/>
                </a:cubicBezTo>
                <a:cubicBezTo>
                  <a:pt x="1" y="12019"/>
                  <a:pt x="0" y="12009"/>
                  <a:pt x="0" y="12000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5" name=""/>
          <p:cNvSpPr/>
          <p:nvPr/>
        </p:nvSpPr>
        <p:spPr>
          <a:xfrm>
            <a:off x="385560" y="1900080"/>
            <a:ext cx="11421000" cy="4372200"/>
          </a:xfrm>
          <a:custGeom>
            <a:avLst/>
            <a:gdLst/>
            <a:ahLst/>
            <a:rect l="0" t="0" r="r" b="b"/>
            <a:pathLst>
              <a:path w="31725" h="12145">
                <a:moveTo>
                  <a:pt x="0" y="12000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4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12000"/>
                </a:lnTo>
                <a:cubicBezTo>
                  <a:pt x="31725" y="12009"/>
                  <a:pt x="31724" y="12019"/>
                  <a:pt x="31722" y="12028"/>
                </a:cubicBezTo>
                <a:cubicBezTo>
                  <a:pt x="31720" y="12038"/>
                  <a:pt x="31717" y="12047"/>
                  <a:pt x="31714" y="12055"/>
                </a:cubicBezTo>
                <a:cubicBezTo>
                  <a:pt x="31710" y="12064"/>
                  <a:pt x="31705" y="12073"/>
                  <a:pt x="31700" y="12081"/>
                </a:cubicBezTo>
                <a:cubicBezTo>
                  <a:pt x="31695" y="12089"/>
                  <a:pt x="31689" y="12096"/>
                  <a:pt x="31682" y="12103"/>
                </a:cubicBezTo>
                <a:cubicBezTo>
                  <a:pt x="31675" y="12109"/>
                  <a:pt x="31668" y="12115"/>
                  <a:pt x="31660" y="12121"/>
                </a:cubicBezTo>
                <a:cubicBezTo>
                  <a:pt x="31652" y="12126"/>
                  <a:pt x="31644" y="12131"/>
                  <a:pt x="31635" y="12134"/>
                </a:cubicBezTo>
                <a:cubicBezTo>
                  <a:pt x="31626" y="12138"/>
                  <a:pt x="31617" y="12141"/>
                  <a:pt x="31607" y="12143"/>
                </a:cubicBezTo>
                <a:cubicBezTo>
                  <a:pt x="31598" y="12144"/>
                  <a:pt x="31589" y="12145"/>
                  <a:pt x="31579" y="12145"/>
                </a:cubicBezTo>
                <a:lnTo>
                  <a:pt x="146" y="12145"/>
                </a:lnTo>
                <a:cubicBezTo>
                  <a:pt x="136" y="12145"/>
                  <a:pt x="127" y="12144"/>
                  <a:pt x="117" y="12143"/>
                </a:cubicBezTo>
                <a:cubicBezTo>
                  <a:pt x="108" y="12141"/>
                  <a:pt x="99" y="12138"/>
                  <a:pt x="90" y="12134"/>
                </a:cubicBezTo>
                <a:cubicBezTo>
                  <a:pt x="81" y="12131"/>
                  <a:pt x="73" y="12126"/>
                  <a:pt x="65" y="12121"/>
                </a:cubicBezTo>
                <a:cubicBezTo>
                  <a:pt x="57" y="12115"/>
                  <a:pt x="49" y="12109"/>
                  <a:pt x="43" y="12103"/>
                </a:cubicBezTo>
                <a:cubicBezTo>
                  <a:pt x="36" y="12096"/>
                  <a:pt x="30" y="12089"/>
                  <a:pt x="25" y="12081"/>
                </a:cubicBezTo>
                <a:cubicBezTo>
                  <a:pt x="19" y="12073"/>
                  <a:pt x="15" y="12064"/>
                  <a:pt x="11" y="12055"/>
                </a:cubicBezTo>
                <a:cubicBezTo>
                  <a:pt x="7" y="12047"/>
                  <a:pt x="5" y="12038"/>
                  <a:pt x="3" y="12028"/>
                </a:cubicBezTo>
                <a:cubicBezTo>
                  <a:pt x="1" y="12019"/>
                  <a:pt x="0" y="12009"/>
                  <a:pt x="0" y="12000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380880" y="603000"/>
            <a:ext cx="32583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6. 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実際の作業フロー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380880" y="1372680"/>
            <a:ext cx="5324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基本的なフロー（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⼈で作業する場合）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542880" y="209268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1.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1188360" y="2054520"/>
            <a:ext cx="328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リポジトリを作成（初回のみ）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542880" y="235908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init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542880" y="290196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2.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1188360" y="2864160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ファイルを作成・編集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42880" y="344520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3.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1188360" y="340704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変更内容を確認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542880" y="371160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status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542880" y="425484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4.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1188360" y="4216680"/>
            <a:ext cx="2817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変更をステージングに追加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542880" y="452124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 .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542880" y="506412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5.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1188360" y="5026320"/>
            <a:ext cx="939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コミット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542880" y="5330880"/>
            <a:ext cx="1936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commit -m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2479320" y="529308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0a3069"/>
                </a:solidFill>
                <a:effectLst/>
                <a:uFillTx/>
                <a:latin typeface="BIZ-UDGothic"/>
                <a:ea typeface="BIZ-UDGothic"/>
              </a:rPr>
              <a:t>最初のコミット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123080" y="533088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542880" y="587376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6.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1188360" y="583596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繰り返し（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2362320" y="587376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2-5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2749680" y="583596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を繰り返す）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0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1" name=""/>
          <p:cNvSpPr/>
          <p:nvPr/>
        </p:nvSpPr>
        <p:spPr>
          <a:xfrm>
            <a:off x="385560" y="2442960"/>
            <a:ext cx="11421000" cy="3286440"/>
          </a:xfrm>
          <a:custGeom>
            <a:avLst/>
            <a:gdLst/>
            <a:ahLst/>
            <a:rect l="0" t="0" r="r" b="b"/>
            <a:pathLst>
              <a:path w="31725" h="9129">
                <a:moveTo>
                  <a:pt x="0" y="898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8984"/>
                </a:lnTo>
                <a:cubicBezTo>
                  <a:pt x="31725" y="8993"/>
                  <a:pt x="31724" y="9003"/>
                  <a:pt x="31722" y="9012"/>
                </a:cubicBezTo>
                <a:cubicBezTo>
                  <a:pt x="31720" y="9021"/>
                  <a:pt x="31717" y="9031"/>
                  <a:pt x="31714" y="9039"/>
                </a:cubicBezTo>
                <a:cubicBezTo>
                  <a:pt x="31710" y="9048"/>
                  <a:pt x="31705" y="9057"/>
                  <a:pt x="31700" y="9065"/>
                </a:cubicBezTo>
                <a:cubicBezTo>
                  <a:pt x="31695" y="9072"/>
                  <a:pt x="31689" y="9080"/>
                  <a:pt x="31682" y="9087"/>
                </a:cubicBezTo>
                <a:cubicBezTo>
                  <a:pt x="31675" y="9093"/>
                  <a:pt x="31668" y="9099"/>
                  <a:pt x="31660" y="9105"/>
                </a:cubicBezTo>
                <a:cubicBezTo>
                  <a:pt x="31652" y="9110"/>
                  <a:pt x="31644" y="9114"/>
                  <a:pt x="31635" y="9118"/>
                </a:cubicBezTo>
                <a:cubicBezTo>
                  <a:pt x="31626" y="9122"/>
                  <a:pt x="31617" y="9125"/>
                  <a:pt x="31607" y="9126"/>
                </a:cubicBezTo>
                <a:cubicBezTo>
                  <a:pt x="31598" y="9128"/>
                  <a:pt x="31589" y="9129"/>
                  <a:pt x="31579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7" y="9126"/>
                </a:cubicBezTo>
                <a:cubicBezTo>
                  <a:pt x="108" y="9125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49" y="9093"/>
                  <a:pt x="43" y="9087"/>
                </a:cubicBezTo>
                <a:cubicBezTo>
                  <a:pt x="36" y="9080"/>
                  <a:pt x="30" y="9072"/>
                  <a:pt x="25" y="9065"/>
                </a:cubicBezTo>
                <a:cubicBezTo>
                  <a:pt x="19" y="9057"/>
                  <a:pt x="15" y="9048"/>
                  <a:pt x="11" y="9039"/>
                </a:cubicBezTo>
                <a:cubicBezTo>
                  <a:pt x="7" y="9031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2" name=""/>
          <p:cNvSpPr/>
          <p:nvPr/>
        </p:nvSpPr>
        <p:spPr>
          <a:xfrm>
            <a:off x="385560" y="2442960"/>
            <a:ext cx="11421000" cy="3286440"/>
          </a:xfrm>
          <a:custGeom>
            <a:avLst/>
            <a:gdLst/>
            <a:ahLst/>
            <a:rect l="0" t="0" r="r" b="b"/>
            <a:pathLst>
              <a:path w="31725" h="9129">
                <a:moveTo>
                  <a:pt x="0" y="898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8984"/>
                </a:lnTo>
                <a:cubicBezTo>
                  <a:pt x="31725" y="8993"/>
                  <a:pt x="31724" y="9003"/>
                  <a:pt x="31722" y="9012"/>
                </a:cubicBezTo>
                <a:cubicBezTo>
                  <a:pt x="31720" y="9021"/>
                  <a:pt x="31717" y="9031"/>
                  <a:pt x="31714" y="9039"/>
                </a:cubicBezTo>
                <a:cubicBezTo>
                  <a:pt x="31710" y="9048"/>
                  <a:pt x="31705" y="9057"/>
                  <a:pt x="31700" y="9065"/>
                </a:cubicBezTo>
                <a:cubicBezTo>
                  <a:pt x="31695" y="9072"/>
                  <a:pt x="31689" y="9080"/>
                  <a:pt x="31682" y="9087"/>
                </a:cubicBezTo>
                <a:cubicBezTo>
                  <a:pt x="31675" y="9093"/>
                  <a:pt x="31668" y="9099"/>
                  <a:pt x="31660" y="9105"/>
                </a:cubicBezTo>
                <a:cubicBezTo>
                  <a:pt x="31652" y="9110"/>
                  <a:pt x="31644" y="9114"/>
                  <a:pt x="31635" y="9118"/>
                </a:cubicBezTo>
                <a:cubicBezTo>
                  <a:pt x="31626" y="9122"/>
                  <a:pt x="31617" y="9125"/>
                  <a:pt x="31607" y="9126"/>
                </a:cubicBezTo>
                <a:cubicBezTo>
                  <a:pt x="31598" y="9128"/>
                  <a:pt x="31589" y="9129"/>
                  <a:pt x="31579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7" y="9126"/>
                </a:cubicBezTo>
                <a:cubicBezTo>
                  <a:pt x="108" y="9125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49" y="9093"/>
                  <a:pt x="43" y="9087"/>
                </a:cubicBezTo>
                <a:cubicBezTo>
                  <a:pt x="36" y="9080"/>
                  <a:pt x="30" y="9072"/>
                  <a:pt x="25" y="9065"/>
                </a:cubicBezTo>
                <a:cubicBezTo>
                  <a:pt x="19" y="9057"/>
                  <a:pt x="15" y="9048"/>
                  <a:pt x="11" y="9039"/>
                </a:cubicBezTo>
                <a:cubicBezTo>
                  <a:pt x="7" y="9031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380880" y="1145880"/>
            <a:ext cx="44431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7. GitHub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を使った共同作業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380880" y="1915560"/>
            <a:ext cx="36399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リモートリポジトリの設定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542880" y="263556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801000" y="2597400"/>
            <a:ext cx="2817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リモートリポジトリを追加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7" name=""/>
          <p:cNvSpPr txBox="1"/>
          <p:nvPr/>
        </p:nvSpPr>
        <p:spPr>
          <a:xfrm>
            <a:off x="542880" y="2901960"/>
            <a:ext cx="37429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remote add origin &lt;GitHub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8" name=""/>
          <p:cNvSpPr txBox="1"/>
          <p:nvPr/>
        </p:nvSpPr>
        <p:spPr>
          <a:xfrm>
            <a:off x="4286520" y="286416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のリポジトリ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5695200" y="290196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URL&gt;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42880" y="34452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801000" y="3407040"/>
            <a:ext cx="2817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リモートリポジトリの確認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542880" y="3711600"/>
            <a:ext cx="1678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remote -v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542880" y="425484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1317600" y="4216680"/>
            <a:ext cx="516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ブランチをリモートにプッシュ（アップロード）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542880" y="4521240"/>
            <a:ext cx="2968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push -u origin 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542880" y="50641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801000" y="5026320"/>
            <a:ext cx="4460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以後のプッシュ（ブランチ名を省略可能）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542880" y="533088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push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2" name=""/>
          <p:cNvSpPr/>
          <p:nvPr/>
        </p:nvSpPr>
        <p:spPr>
          <a:xfrm>
            <a:off x="385560" y="446220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4486"/>
                </a:lnTo>
                <a:cubicBezTo>
                  <a:pt x="31725" y="4495"/>
                  <a:pt x="31724" y="4505"/>
                  <a:pt x="31722" y="4514"/>
                </a:cubicBezTo>
                <a:cubicBezTo>
                  <a:pt x="31720" y="4524"/>
                  <a:pt x="31717" y="4533"/>
                  <a:pt x="31714" y="4542"/>
                </a:cubicBezTo>
                <a:cubicBezTo>
                  <a:pt x="31710" y="4550"/>
                  <a:pt x="31705" y="4559"/>
                  <a:pt x="31700" y="4567"/>
                </a:cubicBezTo>
                <a:cubicBezTo>
                  <a:pt x="31695" y="4575"/>
                  <a:pt x="31689" y="4582"/>
                  <a:pt x="31682" y="4589"/>
                </a:cubicBezTo>
                <a:cubicBezTo>
                  <a:pt x="31675" y="4596"/>
                  <a:pt x="31668" y="4602"/>
                  <a:pt x="31660" y="4607"/>
                </a:cubicBezTo>
                <a:cubicBezTo>
                  <a:pt x="31652" y="4612"/>
                  <a:pt x="31644" y="4617"/>
                  <a:pt x="31635" y="4620"/>
                </a:cubicBezTo>
                <a:cubicBezTo>
                  <a:pt x="31626" y="4624"/>
                  <a:pt x="31617" y="4627"/>
                  <a:pt x="31607" y="4629"/>
                </a:cubicBezTo>
                <a:cubicBezTo>
                  <a:pt x="31598" y="4631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1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5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3" name=""/>
          <p:cNvSpPr/>
          <p:nvPr/>
        </p:nvSpPr>
        <p:spPr>
          <a:xfrm>
            <a:off x="385560" y="446220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4486"/>
                </a:lnTo>
                <a:cubicBezTo>
                  <a:pt x="31725" y="4495"/>
                  <a:pt x="31724" y="4505"/>
                  <a:pt x="31722" y="4514"/>
                </a:cubicBezTo>
                <a:cubicBezTo>
                  <a:pt x="31720" y="4524"/>
                  <a:pt x="31717" y="4533"/>
                  <a:pt x="31714" y="4542"/>
                </a:cubicBezTo>
                <a:cubicBezTo>
                  <a:pt x="31710" y="4550"/>
                  <a:pt x="31705" y="4559"/>
                  <a:pt x="31700" y="4567"/>
                </a:cubicBezTo>
                <a:cubicBezTo>
                  <a:pt x="31695" y="4575"/>
                  <a:pt x="31689" y="4582"/>
                  <a:pt x="31682" y="4589"/>
                </a:cubicBezTo>
                <a:cubicBezTo>
                  <a:pt x="31675" y="4596"/>
                  <a:pt x="31668" y="4602"/>
                  <a:pt x="31660" y="4607"/>
                </a:cubicBezTo>
                <a:cubicBezTo>
                  <a:pt x="31652" y="4612"/>
                  <a:pt x="31644" y="4617"/>
                  <a:pt x="31635" y="4620"/>
                </a:cubicBezTo>
                <a:cubicBezTo>
                  <a:pt x="31626" y="4624"/>
                  <a:pt x="31617" y="4627"/>
                  <a:pt x="31607" y="4629"/>
                </a:cubicBezTo>
                <a:cubicBezTo>
                  <a:pt x="31598" y="4631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1"/>
                  <a:pt x="117" y="4629"/>
                </a:cubicBezTo>
                <a:cubicBezTo>
                  <a:pt x="108" y="4627"/>
                  <a:pt x="99" y="4624"/>
                  <a:pt x="90" y="4620"/>
                </a:cubicBezTo>
                <a:cubicBezTo>
                  <a:pt x="81" y="4617"/>
                  <a:pt x="73" y="4612"/>
                  <a:pt x="65" y="4607"/>
                </a:cubicBezTo>
                <a:cubicBezTo>
                  <a:pt x="57" y="4602"/>
                  <a:pt x="49" y="4596"/>
                  <a:pt x="43" y="4589"/>
                </a:cubicBezTo>
                <a:cubicBezTo>
                  <a:pt x="36" y="4582"/>
                  <a:pt x="30" y="4575"/>
                  <a:pt x="25" y="4567"/>
                </a:cubicBezTo>
                <a:cubicBezTo>
                  <a:pt x="19" y="4559"/>
                  <a:pt x="15" y="4550"/>
                  <a:pt x="11" y="4542"/>
                </a:cubicBezTo>
                <a:cubicBezTo>
                  <a:pt x="7" y="4533"/>
                  <a:pt x="5" y="4524"/>
                  <a:pt x="3" y="4514"/>
                </a:cubicBezTo>
                <a:cubicBezTo>
                  <a:pt x="1" y="4505"/>
                  <a:pt x="0" y="4495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80880" y="734400"/>
            <a:ext cx="31226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での作業フロー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80880" y="1348200"/>
            <a:ext cx="386676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GitHub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でリポジトリを作成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641520" y="1895400"/>
            <a:ext cx="258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にログイン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641520" y="2381400"/>
            <a:ext cx="362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New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」ボタンをクリック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641520" y="2867040"/>
            <a:ext cx="2774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リポジトリ名を⼊⼒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641520" y="3343320"/>
            <a:ext cx="445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Create repository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」をクリック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380880" y="3958200"/>
            <a:ext cx="589320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ローカルのコードを</a:t>
            </a:r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にアップロード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542880" y="46548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801000" y="4616640"/>
            <a:ext cx="2817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リモートリポジトリを追加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542880" y="4921560"/>
            <a:ext cx="5291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remote add origin https://github.com/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5835600" y="488340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ユーザー名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7009560" y="492156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/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7138800" y="488340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リポジトリ名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8547480" y="492156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.git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42880" y="546444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801000" y="5426280"/>
            <a:ext cx="1878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コードをプッシュ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0" name=""/>
          <p:cNvSpPr txBox="1"/>
          <p:nvPr/>
        </p:nvSpPr>
        <p:spPr>
          <a:xfrm>
            <a:off x="542880" y="5731200"/>
            <a:ext cx="2968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push -u origin 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4" name=""/>
          <p:cNvSpPr/>
          <p:nvPr/>
        </p:nvSpPr>
        <p:spPr>
          <a:xfrm>
            <a:off x="385560" y="90000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5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7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4485"/>
                </a:lnTo>
                <a:cubicBezTo>
                  <a:pt x="31725" y="4495"/>
                  <a:pt x="31724" y="4505"/>
                  <a:pt x="31722" y="4514"/>
                </a:cubicBezTo>
                <a:cubicBezTo>
                  <a:pt x="31720" y="4523"/>
                  <a:pt x="31717" y="4532"/>
                  <a:pt x="31714" y="4541"/>
                </a:cubicBezTo>
                <a:cubicBezTo>
                  <a:pt x="31710" y="4550"/>
                  <a:pt x="31705" y="4558"/>
                  <a:pt x="31700" y="4566"/>
                </a:cubicBezTo>
                <a:cubicBezTo>
                  <a:pt x="31695" y="4574"/>
                  <a:pt x="31689" y="4582"/>
                  <a:pt x="31682" y="4588"/>
                </a:cubicBezTo>
                <a:cubicBezTo>
                  <a:pt x="31675" y="4595"/>
                  <a:pt x="31668" y="4601"/>
                  <a:pt x="31660" y="4606"/>
                </a:cubicBezTo>
                <a:cubicBezTo>
                  <a:pt x="31652" y="4612"/>
                  <a:pt x="31644" y="4616"/>
                  <a:pt x="31635" y="4620"/>
                </a:cubicBezTo>
                <a:cubicBezTo>
                  <a:pt x="31626" y="4624"/>
                  <a:pt x="31617" y="4626"/>
                  <a:pt x="31607" y="4628"/>
                </a:cubicBezTo>
                <a:cubicBezTo>
                  <a:pt x="31598" y="4630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0"/>
                  <a:pt x="117" y="4628"/>
                </a:cubicBezTo>
                <a:cubicBezTo>
                  <a:pt x="108" y="4626"/>
                  <a:pt x="99" y="4624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2"/>
                  <a:pt x="30" y="4574"/>
                  <a:pt x="25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5"/>
                  <a:pt x="0" y="4495"/>
                  <a:pt x="0" y="448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5" name=""/>
          <p:cNvSpPr/>
          <p:nvPr/>
        </p:nvSpPr>
        <p:spPr>
          <a:xfrm>
            <a:off x="385560" y="90000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7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4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5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7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4485"/>
                </a:lnTo>
                <a:cubicBezTo>
                  <a:pt x="31725" y="4495"/>
                  <a:pt x="31724" y="4505"/>
                  <a:pt x="31722" y="4514"/>
                </a:cubicBezTo>
                <a:cubicBezTo>
                  <a:pt x="31720" y="4523"/>
                  <a:pt x="31717" y="4532"/>
                  <a:pt x="31714" y="4541"/>
                </a:cubicBezTo>
                <a:cubicBezTo>
                  <a:pt x="31710" y="4550"/>
                  <a:pt x="31705" y="4558"/>
                  <a:pt x="31700" y="4566"/>
                </a:cubicBezTo>
                <a:cubicBezTo>
                  <a:pt x="31695" y="4574"/>
                  <a:pt x="31689" y="4582"/>
                  <a:pt x="31682" y="4588"/>
                </a:cubicBezTo>
                <a:cubicBezTo>
                  <a:pt x="31675" y="4595"/>
                  <a:pt x="31668" y="4601"/>
                  <a:pt x="31660" y="4606"/>
                </a:cubicBezTo>
                <a:cubicBezTo>
                  <a:pt x="31652" y="4612"/>
                  <a:pt x="31644" y="4616"/>
                  <a:pt x="31635" y="4620"/>
                </a:cubicBezTo>
                <a:cubicBezTo>
                  <a:pt x="31626" y="4624"/>
                  <a:pt x="31617" y="4626"/>
                  <a:pt x="31607" y="4628"/>
                </a:cubicBezTo>
                <a:cubicBezTo>
                  <a:pt x="31598" y="4630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0"/>
                  <a:pt x="117" y="4628"/>
                </a:cubicBezTo>
                <a:cubicBezTo>
                  <a:pt x="108" y="4626"/>
                  <a:pt x="99" y="4624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2"/>
                  <a:pt x="30" y="4574"/>
                  <a:pt x="25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5"/>
                  <a:pt x="0" y="4495"/>
                  <a:pt x="0" y="448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6" name=""/>
          <p:cNvSpPr/>
          <p:nvPr/>
        </p:nvSpPr>
        <p:spPr>
          <a:xfrm>
            <a:off x="385560" y="3929040"/>
            <a:ext cx="11421000" cy="2752920"/>
          </a:xfrm>
          <a:custGeom>
            <a:avLst/>
            <a:gdLst/>
            <a:ahLst/>
            <a:rect l="0" t="0" r="r" b="b"/>
            <a:pathLst>
              <a:path w="31725" h="7647">
                <a:moveTo>
                  <a:pt x="0" y="75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0"/>
                  <a:pt x="31607" y="2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29"/>
                  <a:pt x="31675" y="35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89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7501"/>
                </a:lnTo>
                <a:cubicBezTo>
                  <a:pt x="31725" y="7511"/>
                  <a:pt x="31724" y="7521"/>
                  <a:pt x="31722" y="7530"/>
                </a:cubicBezTo>
                <a:cubicBezTo>
                  <a:pt x="31720" y="7539"/>
                  <a:pt x="31717" y="7548"/>
                  <a:pt x="31714" y="7557"/>
                </a:cubicBezTo>
                <a:cubicBezTo>
                  <a:pt x="31710" y="7566"/>
                  <a:pt x="31705" y="7574"/>
                  <a:pt x="31700" y="7582"/>
                </a:cubicBezTo>
                <a:cubicBezTo>
                  <a:pt x="31695" y="7590"/>
                  <a:pt x="31689" y="7598"/>
                  <a:pt x="31682" y="7604"/>
                </a:cubicBezTo>
                <a:cubicBezTo>
                  <a:pt x="31675" y="7611"/>
                  <a:pt x="31668" y="7617"/>
                  <a:pt x="31660" y="7622"/>
                </a:cubicBezTo>
                <a:cubicBezTo>
                  <a:pt x="31652" y="7628"/>
                  <a:pt x="31644" y="7632"/>
                  <a:pt x="31635" y="7636"/>
                </a:cubicBezTo>
                <a:cubicBezTo>
                  <a:pt x="31626" y="7640"/>
                  <a:pt x="31617" y="7642"/>
                  <a:pt x="31607" y="7644"/>
                </a:cubicBezTo>
                <a:cubicBezTo>
                  <a:pt x="31598" y="7646"/>
                  <a:pt x="31589" y="7647"/>
                  <a:pt x="31579" y="7647"/>
                </a:cubicBezTo>
                <a:lnTo>
                  <a:pt x="146" y="7647"/>
                </a:lnTo>
                <a:cubicBezTo>
                  <a:pt x="136" y="7647"/>
                  <a:pt x="127" y="7646"/>
                  <a:pt x="117" y="7644"/>
                </a:cubicBezTo>
                <a:cubicBezTo>
                  <a:pt x="108" y="7642"/>
                  <a:pt x="99" y="7640"/>
                  <a:pt x="90" y="7636"/>
                </a:cubicBezTo>
                <a:cubicBezTo>
                  <a:pt x="81" y="7632"/>
                  <a:pt x="73" y="7628"/>
                  <a:pt x="65" y="7622"/>
                </a:cubicBezTo>
                <a:cubicBezTo>
                  <a:pt x="57" y="7617"/>
                  <a:pt x="49" y="7611"/>
                  <a:pt x="43" y="7604"/>
                </a:cubicBezTo>
                <a:cubicBezTo>
                  <a:pt x="36" y="7598"/>
                  <a:pt x="30" y="7590"/>
                  <a:pt x="25" y="7582"/>
                </a:cubicBezTo>
                <a:cubicBezTo>
                  <a:pt x="19" y="7574"/>
                  <a:pt x="15" y="7566"/>
                  <a:pt x="11" y="7557"/>
                </a:cubicBezTo>
                <a:cubicBezTo>
                  <a:pt x="7" y="7548"/>
                  <a:pt x="5" y="7539"/>
                  <a:pt x="3" y="7530"/>
                </a:cubicBezTo>
                <a:cubicBezTo>
                  <a:pt x="1" y="7521"/>
                  <a:pt x="0" y="7511"/>
                  <a:pt x="0" y="7501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7" name=""/>
          <p:cNvSpPr/>
          <p:nvPr/>
        </p:nvSpPr>
        <p:spPr>
          <a:xfrm>
            <a:off x="385560" y="3929040"/>
            <a:ext cx="11421000" cy="2752920"/>
          </a:xfrm>
          <a:custGeom>
            <a:avLst/>
            <a:gdLst/>
            <a:ahLst/>
            <a:rect l="0" t="0" r="r" b="b"/>
            <a:pathLst>
              <a:path w="31725" h="7647">
                <a:moveTo>
                  <a:pt x="0" y="7501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5"/>
                  <a:pt x="57" y="29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0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0"/>
                  <a:pt x="31607" y="2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29"/>
                  <a:pt x="31675" y="35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89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7501"/>
                </a:lnTo>
                <a:cubicBezTo>
                  <a:pt x="31725" y="7511"/>
                  <a:pt x="31724" y="7521"/>
                  <a:pt x="31722" y="7530"/>
                </a:cubicBezTo>
                <a:cubicBezTo>
                  <a:pt x="31720" y="7539"/>
                  <a:pt x="31717" y="7548"/>
                  <a:pt x="31714" y="7557"/>
                </a:cubicBezTo>
                <a:cubicBezTo>
                  <a:pt x="31710" y="7566"/>
                  <a:pt x="31705" y="7574"/>
                  <a:pt x="31700" y="7582"/>
                </a:cubicBezTo>
                <a:cubicBezTo>
                  <a:pt x="31695" y="7590"/>
                  <a:pt x="31689" y="7598"/>
                  <a:pt x="31682" y="7604"/>
                </a:cubicBezTo>
                <a:cubicBezTo>
                  <a:pt x="31675" y="7611"/>
                  <a:pt x="31668" y="7617"/>
                  <a:pt x="31660" y="7622"/>
                </a:cubicBezTo>
                <a:cubicBezTo>
                  <a:pt x="31652" y="7628"/>
                  <a:pt x="31644" y="7632"/>
                  <a:pt x="31635" y="7636"/>
                </a:cubicBezTo>
                <a:cubicBezTo>
                  <a:pt x="31626" y="7640"/>
                  <a:pt x="31617" y="7642"/>
                  <a:pt x="31607" y="7644"/>
                </a:cubicBezTo>
                <a:cubicBezTo>
                  <a:pt x="31598" y="7646"/>
                  <a:pt x="31589" y="7647"/>
                  <a:pt x="31579" y="7647"/>
                </a:cubicBezTo>
                <a:lnTo>
                  <a:pt x="146" y="7647"/>
                </a:lnTo>
                <a:cubicBezTo>
                  <a:pt x="136" y="7647"/>
                  <a:pt x="127" y="7646"/>
                  <a:pt x="117" y="7644"/>
                </a:cubicBezTo>
                <a:cubicBezTo>
                  <a:pt x="108" y="7642"/>
                  <a:pt x="99" y="7640"/>
                  <a:pt x="90" y="7636"/>
                </a:cubicBezTo>
                <a:cubicBezTo>
                  <a:pt x="81" y="7632"/>
                  <a:pt x="73" y="7628"/>
                  <a:pt x="65" y="7622"/>
                </a:cubicBezTo>
                <a:cubicBezTo>
                  <a:pt x="57" y="7617"/>
                  <a:pt x="49" y="7611"/>
                  <a:pt x="43" y="7604"/>
                </a:cubicBezTo>
                <a:cubicBezTo>
                  <a:pt x="36" y="7598"/>
                  <a:pt x="30" y="7590"/>
                  <a:pt x="25" y="7582"/>
                </a:cubicBezTo>
                <a:cubicBezTo>
                  <a:pt x="19" y="7574"/>
                  <a:pt x="15" y="7566"/>
                  <a:pt x="11" y="7557"/>
                </a:cubicBezTo>
                <a:cubicBezTo>
                  <a:pt x="7" y="7548"/>
                  <a:pt x="5" y="7539"/>
                  <a:pt x="3" y="7530"/>
                </a:cubicBezTo>
                <a:cubicBezTo>
                  <a:pt x="1" y="7521"/>
                  <a:pt x="0" y="7511"/>
                  <a:pt x="0" y="750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80880" y="395640"/>
            <a:ext cx="415620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GitHub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から最新の変更を取得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542880" y="109224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801000" y="1054440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リモートの変更を取得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542880" y="135900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fetch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42880" y="190188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801000" y="1864080"/>
            <a:ext cx="2582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リモートの変更をマージ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542880" y="216864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pull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380880" y="2810880"/>
            <a:ext cx="21236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共同作業の流れ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380880" y="3424680"/>
            <a:ext cx="289620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ブランチを使った作業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542880" y="412128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1.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1188360" y="4083120"/>
            <a:ext cx="2817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新しい機能ブランチを作成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69" name=""/>
          <p:cNvSpPr txBox="1"/>
          <p:nvPr/>
        </p:nvSpPr>
        <p:spPr>
          <a:xfrm>
            <a:off x="542880" y="4388040"/>
            <a:ext cx="45169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checkout -b feature/new-feature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542880" y="493092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2.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1188360" y="4892760"/>
            <a:ext cx="28170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ファイルを編集・コミット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542880" y="519768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 .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542880" y="5473800"/>
            <a:ext cx="1936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commit -m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2479320" y="543600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0a3069"/>
                </a:solidFill>
                <a:effectLst/>
                <a:uFillTx/>
                <a:latin typeface="BIZ-UDGothic"/>
                <a:ea typeface="BIZ-UDGothic"/>
              </a:rPr>
              <a:t>新機能を追加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3888000" y="547380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542880" y="600732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3.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188360" y="596916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ブランチを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8" name=""/>
          <p:cNvSpPr txBox="1"/>
          <p:nvPr/>
        </p:nvSpPr>
        <p:spPr>
          <a:xfrm>
            <a:off x="2362320" y="600732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GitHub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3137040" y="596916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にプッシュ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542880" y="6283440"/>
            <a:ext cx="4904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push -u origin feature/new-feature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4" name=""/>
          <p:cNvSpPr/>
          <p:nvPr/>
        </p:nvSpPr>
        <p:spPr>
          <a:xfrm>
            <a:off x="385560" y="2052360"/>
            <a:ext cx="11421000" cy="2753280"/>
          </a:xfrm>
          <a:custGeom>
            <a:avLst/>
            <a:gdLst/>
            <a:ahLst/>
            <a:rect l="0" t="0" r="r" b="b"/>
            <a:pathLst>
              <a:path w="31725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7502"/>
                </a:lnTo>
                <a:cubicBezTo>
                  <a:pt x="31725" y="7512"/>
                  <a:pt x="31724" y="7521"/>
                  <a:pt x="31722" y="7531"/>
                </a:cubicBezTo>
                <a:cubicBezTo>
                  <a:pt x="31720" y="7540"/>
                  <a:pt x="31717" y="7549"/>
                  <a:pt x="31714" y="7558"/>
                </a:cubicBezTo>
                <a:cubicBezTo>
                  <a:pt x="31710" y="7567"/>
                  <a:pt x="31705" y="7575"/>
                  <a:pt x="31700" y="7583"/>
                </a:cubicBezTo>
                <a:cubicBezTo>
                  <a:pt x="31695" y="7591"/>
                  <a:pt x="31689" y="7598"/>
                  <a:pt x="31682" y="7605"/>
                </a:cubicBezTo>
                <a:cubicBezTo>
                  <a:pt x="31675" y="7612"/>
                  <a:pt x="31668" y="7618"/>
                  <a:pt x="31660" y="7623"/>
                </a:cubicBezTo>
                <a:cubicBezTo>
                  <a:pt x="31652" y="7629"/>
                  <a:pt x="31644" y="7633"/>
                  <a:pt x="31635" y="7637"/>
                </a:cubicBezTo>
                <a:cubicBezTo>
                  <a:pt x="31626" y="7640"/>
                  <a:pt x="31617" y="7643"/>
                  <a:pt x="31607" y="7645"/>
                </a:cubicBezTo>
                <a:cubicBezTo>
                  <a:pt x="31598" y="7647"/>
                  <a:pt x="31589" y="7648"/>
                  <a:pt x="31579" y="7648"/>
                </a:cubicBezTo>
                <a:lnTo>
                  <a:pt x="146" y="7648"/>
                </a:lnTo>
                <a:cubicBezTo>
                  <a:pt x="136" y="7648"/>
                  <a:pt x="127" y="7647"/>
                  <a:pt x="117" y="7645"/>
                </a:cubicBezTo>
                <a:cubicBezTo>
                  <a:pt x="108" y="7643"/>
                  <a:pt x="99" y="7640"/>
                  <a:pt x="90" y="7637"/>
                </a:cubicBezTo>
                <a:cubicBezTo>
                  <a:pt x="81" y="7633"/>
                  <a:pt x="73" y="7629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5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1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5" name=""/>
          <p:cNvSpPr/>
          <p:nvPr/>
        </p:nvSpPr>
        <p:spPr>
          <a:xfrm>
            <a:off x="385560" y="2052360"/>
            <a:ext cx="11421000" cy="2753280"/>
          </a:xfrm>
          <a:custGeom>
            <a:avLst/>
            <a:gdLst/>
            <a:ahLst/>
            <a:rect l="0" t="0" r="r" b="b"/>
            <a:pathLst>
              <a:path w="31725" h="7648">
                <a:moveTo>
                  <a:pt x="0" y="7502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7502"/>
                </a:lnTo>
                <a:cubicBezTo>
                  <a:pt x="31725" y="7512"/>
                  <a:pt x="31724" y="7521"/>
                  <a:pt x="31722" y="7531"/>
                </a:cubicBezTo>
                <a:cubicBezTo>
                  <a:pt x="31720" y="7540"/>
                  <a:pt x="31717" y="7549"/>
                  <a:pt x="31714" y="7558"/>
                </a:cubicBezTo>
                <a:cubicBezTo>
                  <a:pt x="31710" y="7567"/>
                  <a:pt x="31705" y="7575"/>
                  <a:pt x="31700" y="7583"/>
                </a:cubicBezTo>
                <a:cubicBezTo>
                  <a:pt x="31695" y="7591"/>
                  <a:pt x="31689" y="7598"/>
                  <a:pt x="31682" y="7605"/>
                </a:cubicBezTo>
                <a:cubicBezTo>
                  <a:pt x="31675" y="7612"/>
                  <a:pt x="31668" y="7618"/>
                  <a:pt x="31660" y="7623"/>
                </a:cubicBezTo>
                <a:cubicBezTo>
                  <a:pt x="31652" y="7629"/>
                  <a:pt x="31644" y="7633"/>
                  <a:pt x="31635" y="7637"/>
                </a:cubicBezTo>
                <a:cubicBezTo>
                  <a:pt x="31626" y="7640"/>
                  <a:pt x="31617" y="7643"/>
                  <a:pt x="31607" y="7645"/>
                </a:cubicBezTo>
                <a:cubicBezTo>
                  <a:pt x="31598" y="7647"/>
                  <a:pt x="31589" y="7648"/>
                  <a:pt x="31579" y="7648"/>
                </a:cubicBezTo>
                <a:lnTo>
                  <a:pt x="146" y="7648"/>
                </a:lnTo>
                <a:cubicBezTo>
                  <a:pt x="136" y="7648"/>
                  <a:pt x="127" y="7647"/>
                  <a:pt x="117" y="7645"/>
                </a:cubicBezTo>
                <a:cubicBezTo>
                  <a:pt x="108" y="7643"/>
                  <a:pt x="99" y="7640"/>
                  <a:pt x="90" y="7637"/>
                </a:cubicBezTo>
                <a:cubicBezTo>
                  <a:pt x="81" y="7633"/>
                  <a:pt x="73" y="7629"/>
                  <a:pt x="65" y="7623"/>
                </a:cubicBezTo>
                <a:cubicBezTo>
                  <a:pt x="57" y="7618"/>
                  <a:pt x="49" y="7612"/>
                  <a:pt x="43" y="7605"/>
                </a:cubicBezTo>
                <a:cubicBezTo>
                  <a:pt x="36" y="7598"/>
                  <a:pt x="30" y="7591"/>
                  <a:pt x="25" y="7583"/>
                </a:cubicBezTo>
                <a:cubicBezTo>
                  <a:pt x="19" y="7575"/>
                  <a:pt x="15" y="7567"/>
                  <a:pt x="11" y="7558"/>
                </a:cubicBezTo>
                <a:cubicBezTo>
                  <a:pt x="7" y="7549"/>
                  <a:pt x="5" y="7540"/>
                  <a:pt x="3" y="7531"/>
                </a:cubicBezTo>
                <a:cubicBezTo>
                  <a:pt x="1" y="7521"/>
                  <a:pt x="0" y="7512"/>
                  <a:pt x="0" y="750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542880" y="224496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4. GitHub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963080" y="2206800"/>
            <a:ext cx="25822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でプルリクエストを作成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542880" y="25117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801000" y="247356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1035720" y="25117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Web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1423080" y="247356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ブラウザで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2597040" y="251172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GitHub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3" name=""/>
          <p:cNvSpPr txBox="1"/>
          <p:nvPr/>
        </p:nvSpPr>
        <p:spPr>
          <a:xfrm>
            <a:off x="3371760" y="2473560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にアクセスして操作）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4" name=""/>
          <p:cNvSpPr txBox="1"/>
          <p:nvPr/>
        </p:nvSpPr>
        <p:spPr>
          <a:xfrm>
            <a:off x="542880" y="305460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5.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1188360" y="3016440"/>
            <a:ext cx="39906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プルリクエストが承認されたらマージ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42880" y="332136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801000" y="3283200"/>
            <a:ext cx="235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（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035720" y="332136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GitHub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810440" y="3283200"/>
            <a:ext cx="3286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上で操作、またはローカルで）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542880" y="3597480"/>
            <a:ext cx="2194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checkout 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542880" y="386424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pull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42880" y="440712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### Issue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1704600" y="4368960"/>
            <a:ext cx="211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（イシュー）の活用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380880" y="391320"/>
            <a:ext cx="541332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Pull Request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（プルリクエスト）の活⽤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380880" y="961920"/>
            <a:ext cx="96130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Pull Request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は、コードの変更を提案し、レビューを受けるための機能です。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380880" y="1567440"/>
            <a:ext cx="372060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Pull Request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の基本的な流れ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641520" y="2114640"/>
            <a:ext cx="4981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機能ブランチを作成して変更を加える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641520" y="2600280"/>
            <a:ext cx="3959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ブランチを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にプッシュ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641520" y="3085920"/>
            <a:ext cx="5931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上で「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New Pull Request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」をクリック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3" name=""/>
          <p:cNvSpPr txBox="1"/>
          <p:nvPr/>
        </p:nvSpPr>
        <p:spPr>
          <a:xfrm>
            <a:off x="641520" y="3571920"/>
            <a:ext cx="3326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変更内容を説明して作成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641520" y="4048200"/>
            <a:ext cx="4981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5.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レビューを受けて承認されたらマージ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5" name=""/>
          <p:cNvSpPr/>
          <p:nvPr/>
        </p:nvSpPr>
        <p:spPr>
          <a:xfrm>
            <a:off x="657000" y="5333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5"/>
                  <a:pt x="256" y="243"/>
                  <a:pt x="250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7"/>
                  <a:pt x="74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380880" y="4663080"/>
            <a:ext cx="343116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良い</a:t>
            </a:r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Pull Request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の書き⽅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7" name=""/>
          <p:cNvSpPr/>
          <p:nvPr/>
        </p:nvSpPr>
        <p:spPr>
          <a:xfrm>
            <a:off x="657000" y="5819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3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1"/>
                  <a:pt x="250" y="248"/>
                </a:cubicBezTo>
                <a:cubicBezTo>
                  <a:pt x="243" y="255"/>
                  <a:pt x="235" y="261"/>
                  <a:pt x="227" y="266"/>
                </a:cubicBezTo>
                <a:cubicBezTo>
                  <a:pt x="220" y="271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1"/>
                  <a:pt x="65" y="266"/>
                </a:cubicBezTo>
                <a:cubicBezTo>
                  <a:pt x="57" y="261"/>
                  <a:pt x="50" y="255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8" y="192"/>
                  <a:pt x="5" y="183"/>
                  <a:pt x="3" y="173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0"/>
                  <a:pt x="137" y="0"/>
                  <a:pt x="147" y="0"/>
                </a:cubicBezTo>
                <a:cubicBezTo>
                  <a:pt x="156" y="0"/>
                  <a:pt x="166" y="0"/>
                  <a:pt x="175" y="2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29"/>
                  <a:pt x="243" y="35"/>
                  <a:pt x="250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8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933480" y="5210280"/>
            <a:ext cx="51048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明確なタイトル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何を変更したかが分かる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19" name=""/>
          <p:cNvSpPr/>
          <p:nvPr/>
        </p:nvSpPr>
        <p:spPr>
          <a:xfrm>
            <a:off x="657000" y="6305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933480" y="5695920"/>
            <a:ext cx="6483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詳細な説明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なぜ変更したか、何を変更したかを説明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1" name=""/>
          <p:cNvSpPr/>
          <p:nvPr/>
        </p:nvSpPr>
        <p:spPr>
          <a:xfrm>
            <a:off x="657000" y="6781680"/>
            <a:ext cx="105120" cy="76320"/>
          </a:xfrm>
          <a:custGeom>
            <a:avLst/>
            <a:gdLst/>
            <a:ahLst/>
            <a:rect l="0" t="0" r="r" b="b"/>
            <a:pathLst>
              <a:path w="292" h="21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80" y="206"/>
                  <a:pt x="278" y="209"/>
                  <a:pt x="276" y="212"/>
                </a:cubicBezTo>
                <a:lnTo>
                  <a:pt x="16" y="212"/>
                </a:lnTo>
                <a:cubicBezTo>
                  <a:pt x="14" y="209"/>
                  <a:pt x="13" y="206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99"/>
                  <a:pt x="11" y="91"/>
                </a:cubicBezTo>
                <a:cubicBezTo>
                  <a:pt x="15" y="82"/>
                  <a:pt x="19" y="73"/>
                  <a:pt x="25" y="66"/>
                </a:cubicBezTo>
                <a:cubicBezTo>
                  <a:pt x="30" y="58"/>
                  <a:pt x="36" y="50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4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50"/>
                  <a:pt x="262" y="58"/>
                  <a:pt x="268" y="66"/>
                </a:cubicBezTo>
                <a:cubicBezTo>
                  <a:pt x="273" y="73"/>
                  <a:pt x="277" y="82"/>
                  <a:pt x="281" y="91"/>
                </a:cubicBezTo>
                <a:cubicBezTo>
                  <a:pt x="285" y="99"/>
                  <a:pt x="288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933480" y="6181560"/>
            <a:ext cx="6763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スクリーンショット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UI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の変更がある場合は画像を添付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3" name=""/>
          <p:cNvSpPr/>
          <p:nvPr/>
        </p:nvSpPr>
        <p:spPr>
          <a:xfrm>
            <a:off x="6162480" y="6667200"/>
            <a:ext cx="705240" cy="190800"/>
          </a:xfrm>
          <a:custGeom>
            <a:avLst/>
            <a:gdLst/>
            <a:ahLst/>
            <a:rect l="0" t="0" r="r" b="b"/>
            <a:pathLst>
              <a:path w="1959" h="530">
                <a:moveTo>
                  <a:pt x="0" y="530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800" y="0"/>
                </a:lnTo>
                <a:cubicBezTo>
                  <a:pt x="1811" y="0"/>
                  <a:pt x="1821" y="1"/>
                  <a:pt x="1831" y="3"/>
                </a:cubicBezTo>
                <a:cubicBezTo>
                  <a:pt x="1841" y="5"/>
                  <a:pt x="1851" y="8"/>
                  <a:pt x="1861" y="12"/>
                </a:cubicBezTo>
                <a:cubicBezTo>
                  <a:pt x="1871" y="16"/>
                  <a:pt x="1880" y="21"/>
                  <a:pt x="1888" y="27"/>
                </a:cubicBezTo>
                <a:cubicBezTo>
                  <a:pt x="1897" y="33"/>
                  <a:pt x="1905" y="39"/>
                  <a:pt x="1912" y="47"/>
                </a:cubicBezTo>
                <a:cubicBezTo>
                  <a:pt x="1920" y="54"/>
                  <a:pt x="1926" y="62"/>
                  <a:pt x="1932" y="71"/>
                </a:cubicBezTo>
                <a:cubicBezTo>
                  <a:pt x="1938" y="80"/>
                  <a:pt x="1943" y="89"/>
                  <a:pt x="1947" y="98"/>
                </a:cubicBezTo>
                <a:cubicBezTo>
                  <a:pt x="1951" y="108"/>
                  <a:pt x="1954" y="118"/>
                  <a:pt x="1956" y="128"/>
                </a:cubicBezTo>
                <a:cubicBezTo>
                  <a:pt x="1958" y="138"/>
                  <a:pt x="1959" y="149"/>
                  <a:pt x="1959" y="159"/>
                </a:cubicBezTo>
                <a:lnTo>
                  <a:pt x="1959" y="530"/>
                </a:lnTo>
                <a:lnTo>
                  <a:pt x="0" y="530"/>
                </a:ln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24" name=""/>
          <p:cNvSpPr txBox="1"/>
          <p:nvPr/>
        </p:nvSpPr>
        <p:spPr>
          <a:xfrm>
            <a:off x="933480" y="6657840"/>
            <a:ext cx="5120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関連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Issue: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関連する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Issue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番号を記載（例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6257160" y="675900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#123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6867360" y="665784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0" name=""/>
          <p:cNvSpPr txBox="1"/>
          <p:nvPr/>
        </p:nvSpPr>
        <p:spPr>
          <a:xfrm>
            <a:off x="380880" y="428760"/>
            <a:ext cx="7280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Issue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は、バグ報告や機能要望を管理するための機能です。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1" name=""/>
          <p:cNvSpPr txBox="1"/>
          <p:nvPr/>
        </p:nvSpPr>
        <p:spPr>
          <a:xfrm>
            <a:off x="380880" y="1043640"/>
            <a:ext cx="185076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Issue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の使い⽅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641520" y="1590840"/>
            <a:ext cx="521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リポジトリの「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Issues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」タブをクリック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641520" y="2066760"/>
            <a:ext cx="3517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New Issue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」をクリック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641520" y="2552760"/>
            <a:ext cx="3050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タイトルと説明を⼊⼒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641520" y="3038400"/>
            <a:ext cx="5809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ラベルを付けて分類（バグ、機能追加など）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641520" y="3524400"/>
            <a:ext cx="39294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5.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Submit new issue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」で作成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7" name=""/>
          <p:cNvSpPr/>
          <p:nvPr/>
        </p:nvSpPr>
        <p:spPr>
          <a:xfrm>
            <a:off x="657000" y="48002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7" y="212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3"/>
                  <a:pt x="147" y="293"/>
                </a:cubicBezTo>
                <a:cubicBezTo>
                  <a:pt x="137" y="293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2"/>
                  <a:pt x="11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2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2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380880" y="4129560"/>
            <a:ext cx="185076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Issue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の活⽤例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39" name=""/>
          <p:cNvSpPr/>
          <p:nvPr/>
        </p:nvSpPr>
        <p:spPr>
          <a:xfrm>
            <a:off x="657000" y="52862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3"/>
                  <a:pt x="25" y="66"/>
                </a:cubicBezTo>
                <a:cubicBezTo>
                  <a:pt x="30" y="58"/>
                  <a:pt x="36" y="50"/>
                  <a:pt x="43" y="43"/>
                </a:cubicBezTo>
                <a:cubicBezTo>
                  <a:pt x="50" y="37"/>
                  <a:pt x="57" y="31"/>
                  <a:pt x="65" y="25"/>
                </a:cubicBezTo>
                <a:cubicBezTo>
                  <a:pt x="74" y="20"/>
                  <a:pt x="82" y="16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6"/>
                  <a:pt x="220" y="20"/>
                  <a:pt x="227" y="25"/>
                </a:cubicBezTo>
                <a:cubicBezTo>
                  <a:pt x="235" y="31"/>
                  <a:pt x="243" y="37"/>
                  <a:pt x="250" y="43"/>
                </a:cubicBezTo>
                <a:cubicBezTo>
                  <a:pt x="256" y="50"/>
                  <a:pt x="262" y="58"/>
                  <a:pt x="268" y="66"/>
                </a:cubicBezTo>
                <a:cubicBezTo>
                  <a:pt x="273" y="73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40" name=""/>
          <p:cNvSpPr txBox="1"/>
          <p:nvPr/>
        </p:nvSpPr>
        <p:spPr>
          <a:xfrm>
            <a:off x="933480" y="4676760"/>
            <a:ext cx="3725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バグ報告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⾒つけた問題を報告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1" name=""/>
          <p:cNvSpPr/>
          <p:nvPr/>
        </p:nvSpPr>
        <p:spPr>
          <a:xfrm>
            <a:off x="657000" y="57718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5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933480" y="5162400"/>
            <a:ext cx="4552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機能要望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追加してほしい機能を提案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3" name=""/>
          <p:cNvSpPr/>
          <p:nvPr/>
        </p:nvSpPr>
        <p:spPr>
          <a:xfrm>
            <a:off x="657000" y="6248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4"/>
                  <a:pt x="256" y="242"/>
                  <a:pt x="250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7"/>
                  <a:pt x="74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4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933480" y="5648400"/>
            <a:ext cx="31734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質問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使い⽅について質問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933480" y="6124680"/>
            <a:ext cx="4552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タスク管理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やるべきことをリスト化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380880" y="678960"/>
            <a:ext cx="394200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8. 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よくある質問（</a:t>
            </a:r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FAQ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0" name=""/>
          <p:cNvSpPr/>
          <p:nvPr/>
        </p:nvSpPr>
        <p:spPr>
          <a:xfrm>
            <a:off x="961920" y="1476360"/>
            <a:ext cx="1295640" cy="352440"/>
          </a:xfrm>
          <a:custGeom>
            <a:avLst/>
            <a:gdLst/>
            <a:ahLst/>
            <a:rect l="0" t="0" r="r" b="b"/>
            <a:pathLst>
              <a:path w="3599" h="979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440" y="0"/>
                </a:lnTo>
                <a:cubicBezTo>
                  <a:pt x="3451" y="0"/>
                  <a:pt x="3461" y="1"/>
                  <a:pt x="3471" y="3"/>
                </a:cubicBezTo>
                <a:cubicBezTo>
                  <a:pt x="3482" y="5"/>
                  <a:pt x="3491" y="8"/>
                  <a:pt x="3501" y="12"/>
                </a:cubicBezTo>
                <a:cubicBezTo>
                  <a:pt x="3511" y="16"/>
                  <a:pt x="3520" y="21"/>
                  <a:pt x="3529" y="26"/>
                </a:cubicBezTo>
                <a:cubicBezTo>
                  <a:pt x="3537" y="32"/>
                  <a:pt x="3545" y="39"/>
                  <a:pt x="3553" y="46"/>
                </a:cubicBezTo>
                <a:cubicBezTo>
                  <a:pt x="3560" y="53"/>
                  <a:pt x="3567" y="61"/>
                  <a:pt x="3572" y="70"/>
                </a:cubicBezTo>
                <a:cubicBezTo>
                  <a:pt x="3578" y="79"/>
                  <a:pt x="3583" y="88"/>
                  <a:pt x="3587" y="98"/>
                </a:cubicBezTo>
                <a:cubicBezTo>
                  <a:pt x="3591" y="107"/>
                  <a:pt x="3594" y="117"/>
                  <a:pt x="3596" y="127"/>
                </a:cubicBezTo>
                <a:cubicBezTo>
                  <a:pt x="3598" y="138"/>
                  <a:pt x="3599" y="148"/>
                  <a:pt x="3599" y="158"/>
                </a:cubicBezTo>
                <a:lnTo>
                  <a:pt x="3599" y="821"/>
                </a:lnTo>
                <a:cubicBezTo>
                  <a:pt x="3599" y="831"/>
                  <a:pt x="3598" y="841"/>
                  <a:pt x="3596" y="852"/>
                </a:cubicBezTo>
                <a:cubicBezTo>
                  <a:pt x="3594" y="862"/>
                  <a:pt x="3591" y="872"/>
                  <a:pt x="3587" y="882"/>
                </a:cubicBezTo>
                <a:cubicBezTo>
                  <a:pt x="3583" y="891"/>
                  <a:pt x="3578" y="900"/>
                  <a:pt x="3572" y="909"/>
                </a:cubicBezTo>
                <a:cubicBezTo>
                  <a:pt x="3567" y="918"/>
                  <a:pt x="3560" y="926"/>
                  <a:pt x="3553" y="933"/>
                </a:cubicBezTo>
                <a:cubicBezTo>
                  <a:pt x="3545" y="940"/>
                  <a:pt x="3537" y="947"/>
                  <a:pt x="3529" y="953"/>
                </a:cubicBezTo>
                <a:cubicBezTo>
                  <a:pt x="3520" y="959"/>
                  <a:pt x="3511" y="963"/>
                  <a:pt x="3501" y="967"/>
                </a:cubicBezTo>
                <a:cubicBezTo>
                  <a:pt x="3491" y="971"/>
                  <a:pt x="3482" y="974"/>
                  <a:pt x="3471" y="976"/>
                </a:cubicBezTo>
                <a:cubicBezTo>
                  <a:pt x="3461" y="978"/>
                  <a:pt x="3451" y="979"/>
                  <a:pt x="3440" y="979"/>
                </a:cubicBezTo>
                <a:lnTo>
                  <a:pt x="159" y="979"/>
                </a:lnTo>
                <a:cubicBezTo>
                  <a:pt x="148" y="979"/>
                  <a:pt x="138" y="978"/>
                  <a:pt x="128" y="976"/>
                </a:cubicBezTo>
                <a:cubicBezTo>
                  <a:pt x="117" y="974"/>
                  <a:pt x="107" y="971"/>
                  <a:pt x="98" y="967"/>
                </a:cubicBezTo>
                <a:cubicBezTo>
                  <a:pt x="88" y="963"/>
                  <a:pt x="79" y="959"/>
                  <a:pt x="70" y="953"/>
                </a:cubicBezTo>
                <a:cubicBezTo>
                  <a:pt x="62" y="947"/>
                  <a:pt x="54" y="940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1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380880" y="1448640"/>
            <a:ext cx="546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Q1: 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1022760" y="1526760"/>
            <a:ext cx="1167840" cy="30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3" name=""/>
          <p:cNvSpPr/>
          <p:nvPr/>
        </p:nvSpPr>
        <p:spPr>
          <a:xfrm>
            <a:off x="2552400" y="1476360"/>
            <a:ext cx="1800720" cy="352440"/>
          </a:xfrm>
          <a:custGeom>
            <a:avLst/>
            <a:gdLst/>
            <a:ahLst/>
            <a:rect l="0" t="0" r="r" b="b"/>
            <a:pathLst>
              <a:path w="5002" h="979">
                <a:moveTo>
                  <a:pt x="0" y="82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39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843" y="0"/>
                </a:lnTo>
                <a:cubicBezTo>
                  <a:pt x="4854" y="0"/>
                  <a:pt x="4864" y="1"/>
                  <a:pt x="4874" y="3"/>
                </a:cubicBezTo>
                <a:cubicBezTo>
                  <a:pt x="4884" y="5"/>
                  <a:pt x="4894" y="8"/>
                  <a:pt x="4904" y="12"/>
                </a:cubicBezTo>
                <a:cubicBezTo>
                  <a:pt x="4914" y="16"/>
                  <a:pt x="4923" y="21"/>
                  <a:pt x="4931" y="26"/>
                </a:cubicBezTo>
                <a:cubicBezTo>
                  <a:pt x="4940" y="32"/>
                  <a:pt x="4948" y="39"/>
                  <a:pt x="4955" y="46"/>
                </a:cubicBezTo>
                <a:cubicBezTo>
                  <a:pt x="4963" y="53"/>
                  <a:pt x="4969" y="61"/>
                  <a:pt x="4975" y="70"/>
                </a:cubicBezTo>
                <a:cubicBezTo>
                  <a:pt x="4981" y="79"/>
                  <a:pt x="4986" y="88"/>
                  <a:pt x="4990" y="98"/>
                </a:cubicBezTo>
                <a:cubicBezTo>
                  <a:pt x="4994" y="107"/>
                  <a:pt x="4997" y="117"/>
                  <a:pt x="4999" y="127"/>
                </a:cubicBezTo>
                <a:cubicBezTo>
                  <a:pt x="5001" y="138"/>
                  <a:pt x="5002" y="148"/>
                  <a:pt x="5002" y="158"/>
                </a:cubicBezTo>
                <a:lnTo>
                  <a:pt x="5002" y="821"/>
                </a:lnTo>
                <a:cubicBezTo>
                  <a:pt x="5002" y="831"/>
                  <a:pt x="5001" y="841"/>
                  <a:pt x="4999" y="852"/>
                </a:cubicBezTo>
                <a:cubicBezTo>
                  <a:pt x="4997" y="862"/>
                  <a:pt x="4994" y="872"/>
                  <a:pt x="4990" y="882"/>
                </a:cubicBezTo>
                <a:cubicBezTo>
                  <a:pt x="4986" y="891"/>
                  <a:pt x="4981" y="900"/>
                  <a:pt x="4975" y="909"/>
                </a:cubicBezTo>
                <a:cubicBezTo>
                  <a:pt x="4969" y="918"/>
                  <a:pt x="4963" y="926"/>
                  <a:pt x="4955" y="933"/>
                </a:cubicBezTo>
                <a:cubicBezTo>
                  <a:pt x="4948" y="940"/>
                  <a:pt x="4940" y="947"/>
                  <a:pt x="4931" y="953"/>
                </a:cubicBezTo>
                <a:cubicBezTo>
                  <a:pt x="4923" y="959"/>
                  <a:pt x="4914" y="963"/>
                  <a:pt x="4904" y="967"/>
                </a:cubicBezTo>
                <a:cubicBezTo>
                  <a:pt x="4894" y="971"/>
                  <a:pt x="4884" y="974"/>
                  <a:pt x="4874" y="976"/>
                </a:cubicBezTo>
                <a:cubicBezTo>
                  <a:pt x="4864" y="978"/>
                  <a:pt x="4854" y="979"/>
                  <a:pt x="4843" y="979"/>
                </a:cubicBezTo>
                <a:lnTo>
                  <a:pt x="159" y="979"/>
                </a:lnTo>
                <a:cubicBezTo>
                  <a:pt x="149" y="979"/>
                  <a:pt x="138" y="978"/>
                  <a:pt x="128" y="976"/>
                </a:cubicBezTo>
                <a:cubicBezTo>
                  <a:pt x="118" y="974"/>
                  <a:pt x="108" y="971"/>
                  <a:pt x="98" y="967"/>
                </a:cubicBezTo>
                <a:cubicBezTo>
                  <a:pt x="89" y="963"/>
                  <a:pt x="80" y="959"/>
                  <a:pt x="71" y="953"/>
                </a:cubicBezTo>
                <a:cubicBezTo>
                  <a:pt x="62" y="947"/>
                  <a:pt x="54" y="940"/>
                  <a:pt x="47" y="933"/>
                </a:cubicBezTo>
                <a:cubicBezTo>
                  <a:pt x="39" y="926"/>
                  <a:pt x="33" y="918"/>
                  <a:pt x="27" y="909"/>
                </a:cubicBezTo>
                <a:cubicBezTo>
                  <a:pt x="21" y="900"/>
                  <a:pt x="16" y="891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1"/>
                  <a:pt x="0" y="831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2252880" y="1448640"/>
            <a:ext cx="3038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2617560" y="1526760"/>
            <a:ext cx="1668240" cy="30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commit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4348800" y="1448640"/>
            <a:ext cx="15170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の違いは？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57" name=""/>
          <p:cNvSpPr/>
          <p:nvPr/>
        </p:nvSpPr>
        <p:spPr>
          <a:xfrm>
            <a:off x="657000" y="27428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7"/>
                </a:moveTo>
                <a:cubicBezTo>
                  <a:pt x="292" y="157"/>
                  <a:pt x="291" y="166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2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3"/>
                  <a:pt x="147" y="293"/>
                </a:cubicBezTo>
                <a:cubicBezTo>
                  <a:pt x="137" y="293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2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2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2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100"/>
                  <a:pt x="288" y="109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58" name=""/>
          <p:cNvSpPr/>
          <p:nvPr/>
        </p:nvSpPr>
        <p:spPr>
          <a:xfrm>
            <a:off x="933120" y="2628720"/>
            <a:ext cx="1095840" cy="371880"/>
          </a:xfrm>
          <a:custGeom>
            <a:avLst/>
            <a:gdLst/>
            <a:ahLst/>
            <a:rect l="0" t="0" r="r" b="b"/>
            <a:pathLst>
              <a:path w="3044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85" y="0"/>
                </a:lnTo>
                <a:cubicBezTo>
                  <a:pt x="2896" y="0"/>
                  <a:pt x="2906" y="1"/>
                  <a:pt x="2916" y="3"/>
                </a:cubicBezTo>
                <a:cubicBezTo>
                  <a:pt x="2927" y="5"/>
                  <a:pt x="2936" y="8"/>
                  <a:pt x="2946" y="12"/>
                </a:cubicBezTo>
                <a:cubicBezTo>
                  <a:pt x="2956" y="16"/>
                  <a:pt x="2965" y="21"/>
                  <a:pt x="2974" y="27"/>
                </a:cubicBezTo>
                <a:cubicBezTo>
                  <a:pt x="2982" y="33"/>
                  <a:pt x="2990" y="39"/>
                  <a:pt x="2998" y="46"/>
                </a:cubicBezTo>
                <a:cubicBezTo>
                  <a:pt x="3005" y="54"/>
                  <a:pt x="3012" y="62"/>
                  <a:pt x="3017" y="71"/>
                </a:cubicBezTo>
                <a:cubicBezTo>
                  <a:pt x="3023" y="79"/>
                  <a:pt x="3028" y="88"/>
                  <a:pt x="3032" y="98"/>
                </a:cubicBezTo>
                <a:cubicBezTo>
                  <a:pt x="3036" y="108"/>
                  <a:pt x="3039" y="118"/>
                  <a:pt x="3041" y="128"/>
                </a:cubicBezTo>
                <a:cubicBezTo>
                  <a:pt x="3043" y="138"/>
                  <a:pt x="3044" y="148"/>
                  <a:pt x="3044" y="159"/>
                </a:cubicBezTo>
                <a:lnTo>
                  <a:pt x="3044" y="874"/>
                </a:lnTo>
                <a:cubicBezTo>
                  <a:pt x="3044" y="885"/>
                  <a:pt x="3043" y="895"/>
                  <a:pt x="3041" y="905"/>
                </a:cubicBezTo>
                <a:cubicBezTo>
                  <a:pt x="3039" y="915"/>
                  <a:pt x="3036" y="925"/>
                  <a:pt x="3032" y="935"/>
                </a:cubicBezTo>
                <a:cubicBezTo>
                  <a:pt x="3028" y="945"/>
                  <a:pt x="3023" y="954"/>
                  <a:pt x="3017" y="962"/>
                </a:cubicBezTo>
                <a:cubicBezTo>
                  <a:pt x="3012" y="971"/>
                  <a:pt x="3005" y="979"/>
                  <a:pt x="2998" y="986"/>
                </a:cubicBezTo>
                <a:cubicBezTo>
                  <a:pt x="2990" y="994"/>
                  <a:pt x="2982" y="1000"/>
                  <a:pt x="2974" y="1006"/>
                </a:cubicBezTo>
                <a:cubicBezTo>
                  <a:pt x="2965" y="1012"/>
                  <a:pt x="2956" y="1017"/>
                  <a:pt x="2946" y="1021"/>
                </a:cubicBezTo>
                <a:cubicBezTo>
                  <a:pt x="2936" y="1025"/>
                  <a:pt x="2927" y="1028"/>
                  <a:pt x="2916" y="1030"/>
                </a:cubicBezTo>
                <a:cubicBezTo>
                  <a:pt x="2906" y="1032"/>
                  <a:pt x="2896" y="1033"/>
                  <a:pt x="2885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4"/>
                  <a:pt x="16" y="945"/>
                  <a:pt x="13" y="935"/>
                </a:cubicBezTo>
                <a:cubicBezTo>
                  <a:pt x="9" y="925"/>
                  <a:pt x="6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380880" y="2048040"/>
            <a:ext cx="275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A: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1027440" y="272052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1" name=""/>
          <p:cNvSpPr/>
          <p:nvPr/>
        </p:nvSpPr>
        <p:spPr>
          <a:xfrm>
            <a:off x="657000" y="32382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62" name=""/>
          <p:cNvSpPr/>
          <p:nvPr/>
        </p:nvSpPr>
        <p:spPr>
          <a:xfrm>
            <a:off x="933120" y="3124080"/>
            <a:ext cx="1476720" cy="371880"/>
          </a:xfrm>
          <a:custGeom>
            <a:avLst/>
            <a:gdLst/>
            <a:ahLst/>
            <a:rect l="0" t="0" r="r" b="b"/>
            <a:pathLst>
              <a:path w="4102" h="1033">
                <a:moveTo>
                  <a:pt x="0" y="874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6" y="118"/>
                  <a:pt x="9" y="108"/>
                  <a:pt x="13" y="99"/>
                </a:cubicBezTo>
                <a:cubicBezTo>
                  <a:pt x="16" y="89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944" y="0"/>
                </a:lnTo>
                <a:cubicBezTo>
                  <a:pt x="3954" y="0"/>
                  <a:pt x="3964" y="1"/>
                  <a:pt x="3975" y="3"/>
                </a:cubicBezTo>
                <a:cubicBezTo>
                  <a:pt x="3985" y="5"/>
                  <a:pt x="3995" y="8"/>
                  <a:pt x="4004" y="12"/>
                </a:cubicBezTo>
                <a:cubicBezTo>
                  <a:pt x="4014" y="16"/>
                  <a:pt x="4023" y="21"/>
                  <a:pt x="4032" y="27"/>
                </a:cubicBezTo>
                <a:cubicBezTo>
                  <a:pt x="4041" y="32"/>
                  <a:pt x="4049" y="39"/>
                  <a:pt x="4056" y="46"/>
                </a:cubicBezTo>
                <a:cubicBezTo>
                  <a:pt x="4063" y="54"/>
                  <a:pt x="4070" y="62"/>
                  <a:pt x="4076" y="70"/>
                </a:cubicBezTo>
                <a:cubicBezTo>
                  <a:pt x="4081" y="79"/>
                  <a:pt x="4086" y="89"/>
                  <a:pt x="4090" y="99"/>
                </a:cubicBezTo>
                <a:cubicBezTo>
                  <a:pt x="4094" y="108"/>
                  <a:pt x="4097" y="118"/>
                  <a:pt x="4099" y="129"/>
                </a:cubicBezTo>
                <a:cubicBezTo>
                  <a:pt x="4101" y="139"/>
                  <a:pt x="4102" y="149"/>
                  <a:pt x="4102" y="160"/>
                </a:cubicBezTo>
                <a:lnTo>
                  <a:pt x="4102" y="874"/>
                </a:lnTo>
                <a:cubicBezTo>
                  <a:pt x="4102" y="884"/>
                  <a:pt x="4101" y="895"/>
                  <a:pt x="4099" y="905"/>
                </a:cubicBezTo>
                <a:cubicBezTo>
                  <a:pt x="4097" y="915"/>
                  <a:pt x="4094" y="925"/>
                  <a:pt x="4090" y="935"/>
                </a:cubicBezTo>
                <a:cubicBezTo>
                  <a:pt x="4086" y="944"/>
                  <a:pt x="4081" y="953"/>
                  <a:pt x="4076" y="962"/>
                </a:cubicBezTo>
                <a:cubicBezTo>
                  <a:pt x="4070" y="971"/>
                  <a:pt x="4063" y="979"/>
                  <a:pt x="4056" y="986"/>
                </a:cubicBezTo>
                <a:cubicBezTo>
                  <a:pt x="4049" y="994"/>
                  <a:pt x="4041" y="1000"/>
                  <a:pt x="4032" y="1006"/>
                </a:cubicBezTo>
                <a:cubicBezTo>
                  <a:pt x="4023" y="1012"/>
                  <a:pt x="4014" y="1017"/>
                  <a:pt x="4004" y="1021"/>
                </a:cubicBezTo>
                <a:cubicBezTo>
                  <a:pt x="3995" y="1025"/>
                  <a:pt x="3985" y="1028"/>
                  <a:pt x="3975" y="1030"/>
                </a:cubicBezTo>
                <a:cubicBezTo>
                  <a:pt x="3964" y="1032"/>
                  <a:pt x="3954" y="1033"/>
                  <a:pt x="3944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3"/>
                  <a:pt x="16" y="944"/>
                  <a:pt x="13" y="935"/>
                </a:cubicBezTo>
                <a:cubicBezTo>
                  <a:pt x="9" y="925"/>
                  <a:pt x="6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63" name=""/>
          <p:cNvSpPr txBox="1"/>
          <p:nvPr/>
        </p:nvSpPr>
        <p:spPr>
          <a:xfrm>
            <a:off x="2025000" y="2619360"/>
            <a:ext cx="924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ファイルを「ステージング領域」に追加する（コミットする準備をする）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4" name=""/>
          <p:cNvSpPr txBox="1"/>
          <p:nvPr/>
        </p:nvSpPr>
        <p:spPr>
          <a:xfrm>
            <a:off x="1027440" y="321588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commit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5" name=""/>
          <p:cNvSpPr txBox="1"/>
          <p:nvPr/>
        </p:nvSpPr>
        <p:spPr>
          <a:xfrm>
            <a:off x="2412360" y="3114720"/>
            <a:ext cx="9242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ステージング領域の内容を「リポジトリ」に保存する（実際に記録する）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6" name=""/>
          <p:cNvSpPr txBox="1"/>
          <p:nvPr/>
        </p:nvSpPr>
        <p:spPr>
          <a:xfrm>
            <a:off x="380880" y="3734640"/>
            <a:ext cx="600552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Q2: 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コミットメッセージは何を書けばいい？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7" name=""/>
          <p:cNvSpPr/>
          <p:nvPr/>
        </p:nvSpPr>
        <p:spPr>
          <a:xfrm>
            <a:off x="657000" y="4991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1"/>
                  <a:pt x="250" y="248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2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2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29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29"/>
                  <a:pt x="243" y="36"/>
                  <a:pt x="250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8" y="107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380880" y="4305240"/>
            <a:ext cx="5272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A: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変更内容を簡潔に説明します。例えば：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69" name=""/>
          <p:cNvSpPr/>
          <p:nvPr/>
        </p:nvSpPr>
        <p:spPr>
          <a:xfrm>
            <a:off x="657000" y="5476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933480" y="4867200"/>
            <a:ext cx="2744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"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ログイン機能を追加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"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1" name=""/>
          <p:cNvSpPr/>
          <p:nvPr/>
        </p:nvSpPr>
        <p:spPr>
          <a:xfrm>
            <a:off x="657000" y="5962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7" y="292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933480" y="5353200"/>
            <a:ext cx="3710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"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バグ修正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計算エラーを修正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"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933480" y="5838840"/>
            <a:ext cx="3274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"README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ファイルを更新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"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7" name=""/>
          <p:cNvSpPr/>
          <p:nvPr/>
        </p:nvSpPr>
        <p:spPr>
          <a:xfrm>
            <a:off x="385560" y="172872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2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4485"/>
                </a:lnTo>
                <a:cubicBezTo>
                  <a:pt x="31725" y="4495"/>
                  <a:pt x="31724" y="4504"/>
                  <a:pt x="31722" y="4514"/>
                </a:cubicBezTo>
                <a:cubicBezTo>
                  <a:pt x="31720" y="4523"/>
                  <a:pt x="31717" y="4532"/>
                  <a:pt x="31714" y="4541"/>
                </a:cubicBezTo>
                <a:cubicBezTo>
                  <a:pt x="31710" y="4550"/>
                  <a:pt x="31705" y="4558"/>
                  <a:pt x="31700" y="4566"/>
                </a:cubicBezTo>
                <a:cubicBezTo>
                  <a:pt x="31695" y="4574"/>
                  <a:pt x="31689" y="4582"/>
                  <a:pt x="31682" y="4588"/>
                </a:cubicBezTo>
                <a:cubicBezTo>
                  <a:pt x="31675" y="4595"/>
                  <a:pt x="31668" y="4601"/>
                  <a:pt x="31660" y="4606"/>
                </a:cubicBezTo>
                <a:cubicBezTo>
                  <a:pt x="31652" y="4612"/>
                  <a:pt x="31644" y="4616"/>
                  <a:pt x="31635" y="4620"/>
                </a:cubicBezTo>
                <a:cubicBezTo>
                  <a:pt x="31626" y="4623"/>
                  <a:pt x="31617" y="4626"/>
                  <a:pt x="31607" y="4628"/>
                </a:cubicBezTo>
                <a:cubicBezTo>
                  <a:pt x="31598" y="4630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0"/>
                  <a:pt x="117" y="4628"/>
                </a:cubicBezTo>
                <a:cubicBezTo>
                  <a:pt x="108" y="4626"/>
                  <a:pt x="99" y="4623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2"/>
                  <a:pt x="30" y="4574"/>
                  <a:pt x="25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4"/>
                  <a:pt x="0" y="4495"/>
                  <a:pt x="0" y="448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8" name=""/>
          <p:cNvSpPr/>
          <p:nvPr/>
        </p:nvSpPr>
        <p:spPr>
          <a:xfrm>
            <a:off x="385560" y="1728720"/>
            <a:ext cx="11421000" cy="1667160"/>
          </a:xfrm>
          <a:custGeom>
            <a:avLst/>
            <a:gdLst/>
            <a:ahLst/>
            <a:rect l="0" t="0" r="r" b="b"/>
            <a:pathLst>
              <a:path w="31725" h="4631">
                <a:moveTo>
                  <a:pt x="0" y="4485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7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49" y="36"/>
                  <a:pt x="57" y="30"/>
                  <a:pt x="65" y="24"/>
                </a:cubicBezTo>
                <a:cubicBezTo>
                  <a:pt x="73" y="19"/>
                  <a:pt x="81" y="14"/>
                  <a:pt x="90" y="11"/>
                </a:cubicBezTo>
                <a:cubicBezTo>
                  <a:pt x="99" y="7"/>
                  <a:pt x="108" y="4"/>
                  <a:pt x="117" y="2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2"/>
                </a:cubicBezTo>
                <a:cubicBezTo>
                  <a:pt x="31617" y="4"/>
                  <a:pt x="31626" y="7"/>
                  <a:pt x="31635" y="11"/>
                </a:cubicBezTo>
                <a:cubicBezTo>
                  <a:pt x="31644" y="14"/>
                  <a:pt x="31652" y="19"/>
                  <a:pt x="31660" y="24"/>
                </a:cubicBezTo>
                <a:cubicBezTo>
                  <a:pt x="31668" y="30"/>
                  <a:pt x="31675" y="36"/>
                  <a:pt x="31682" y="42"/>
                </a:cubicBezTo>
                <a:cubicBezTo>
                  <a:pt x="31689" y="49"/>
                  <a:pt x="31695" y="56"/>
                  <a:pt x="31700" y="64"/>
                </a:cubicBezTo>
                <a:cubicBezTo>
                  <a:pt x="31705" y="72"/>
                  <a:pt x="31710" y="81"/>
                  <a:pt x="31714" y="90"/>
                </a:cubicBezTo>
                <a:cubicBezTo>
                  <a:pt x="31717" y="98"/>
                  <a:pt x="31720" y="107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4485"/>
                </a:lnTo>
                <a:cubicBezTo>
                  <a:pt x="31725" y="4495"/>
                  <a:pt x="31724" y="4504"/>
                  <a:pt x="31722" y="4514"/>
                </a:cubicBezTo>
                <a:cubicBezTo>
                  <a:pt x="31720" y="4523"/>
                  <a:pt x="31717" y="4532"/>
                  <a:pt x="31714" y="4541"/>
                </a:cubicBezTo>
                <a:cubicBezTo>
                  <a:pt x="31710" y="4550"/>
                  <a:pt x="31705" y="4558"/>
                  <a:pt x="31700" y="4566"/>
                </a:cubicBezTo>
                <a:cubicBezTo>
                  <a:pt x="31695" y="4574"/>
                  <a:pt x="31689" y="4582"/>
                  <a:pt x="31682" y="4588"/>
                </a:cubicBezTo>
                <a:cubicBezTo>
                  <a:pt x="31675" y="4595"/>
                  <a:pt x="31668" y="4601"/>
                  <a:pt x="31660" y="4606"/>
                </a:cubicBezTo>
                <a:cubicBezTo>
                  <a:pt x="31652" y="4612"/>
                  <a:pt x="31644" y="4616"/>
                  <a:pt x="31635" y="4620"/>
                </a:cubicBezTo>
                <a:cubicBezTo>
                  <a:pt x="31626" y="4623"/>
                  <a:pt x="31617" y="4626"/>
                  <a:pt x="31607" y="4628"/>
                </a:cubicBezTo>
                <a:cubicBezTo>
                  <a:pt x="31598" y="4630"/>
                  <a:pt x="31589" y="4631"/>
                  <a:pt x="31579" y="4631"/>
                </a:cubicBezTo>
                <a:lnTo>
                  <a:pt x="146" y="4631"/>
                </a:lnTo>
                <a:cubicBezTo>
                  <a:pt x="136" y="4631"/>
                  <a:pt x="127" y="4630"/>
                  <a:pt x="117" y="4628"/>
                </a:cubicBezTo>
                <a:cubicBezTo>
                  <a:pt x="108" y="4626"/>
                  <a:pt x="99" y="4623"/>
                  <a:pt x="90" y="4620"/>
                </a:cubicBezTo>
                <a:cubicBezTo>
                  <a:pt x="81" y="4616"/>
                  <a:pt x="73" y="4612"/>
                  <a:pt x="65" y="4606"/>
                </a:cubicBezTo>
                <a:cubicBezTo>
                  <a:pt x="57" y="4601"/>
                  <a:pt x="49" y="4595"/>
                  <a:pt x="43" y="4588"/>
                </a:cubicBezTo>
                <a:cubicBezTo>
                  <a:pt x="36" y="4582"/>
                  <a:pt x="30" y="4574"/>
                  <a:pt x="25" y="4566"/>
                </a:cubicBezTo>
                <a:cubicBezTo>
                  <a:pt x="19" y="4558"/>
                  <a:pt x="15" y="4550"/>
                  <a:pt x="11" y="4541"/>
                </a:cubicBezTo>
                <a:cubicBezTo>
                  <a:pt x="7" y="4532"/>
                  <a:pt x="5" y="4523"/>
                  <a:pt x="3" y="4514"/>
                </a:cubicBezTo>
                <a:cubicBezTo>
                  <a:pt x="1" y="4504"/>
                  <a:pt x="0" y="4495"/>
                  <a:pt x="0" y="448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380880" y="639000"/>
            <a:ext cx="75218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Q3: 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間違えてコミットしてしまった。どうすればいい？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380880" y="1200240"/>
            <a:ext cx="41688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A: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まだプッシュしていない場合：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542880" y="192096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801000" y="1883160"/>
            <a:ext cx="49294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直前のコミットを取り消す（変更内容は残る）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542880" y="2187720"/>
            <a:ext cx="2968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reset --soft HEAD~1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542880" y="27306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801000" y="2692800"/>
            <a:ext cx="49294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直前のコミットを取り消す（変更内容も消す）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542880" y="2997360"/>
            <a:ext cx="2968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reset --hard HEAD~1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7" name=""/>
          <p:cNvSpPr/>
          <p:nvPr/>
        </p:nvSpPr>
        <p:spPr>
          <a:xfrm>
            <a:off x="961920" y="3666960"/>
            <a:ext cx="1629000" cy="352800"/>
          </a:xfrm>
          <a:custGeom>
            <a:avLst/>
            <a:gdLst/>
            <a:ahLst/>
            <a:rect l="0" t="0" r="r" b="b"/>
            <a:pathLst>
              <a:path w="4525" h="980">
                <a:moveTo>
                  <a:pt x="0" y="821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366" y="0"/>
                </a:lnTo>
                <a:cubicBezTo>
                  <a:pt x="4377" y="0"/>
                  <a:pt x="4387" y="1"/>
                  <a:pt x="4397" y="3"/>
                </a:cubicBezTo>
                <a:cubicBezTo>
                  <a:pt x="4408" y="5"/>
                  <a:pt x="4418" y="8"/>
                  <a:pt x="4427" y="12"/>
                </a:cubicBezTo>
                <a:cubicBezTo>
                  <a:pt x="4437" y="16"/>
                  <a:pt x="4446" y="21"/>
                  <a:pt x="4455" y="27"/>
                </a:cubicBezTo>
                <a:cubicBezTo>
                  <a:pt x="4463" y="33"/>
                  <a:pt x="4471" y="39"/>
                  <a:pt x="4479" y="46"/>
                </a:cubicBezTo>
                <a:cubicBezTo>
                  <a:pt x="4486" y="54"/>
                  <a:pt x="4493" y="62"/>
                  <a:pt x="4498" y="71"/>
                </a:cubicBezTo>
                <a:cubicBezTo>
                  <a:pt x="4504" y="79"/>
                  <a:pt x="4509" y="89"/>
                  <a:pt x="4513" y="99"/>
                </a:cubicBezTo>
                <a:cubicBezTo>
                  <a:pt x="4517" y="109"/>
                  <a:pt x="4520" y="119"/>
                  <a:pt x="4522" y="129"/>
                </a:cubicBezTo>
                <a:cubicBezTo>
                  <a:pt x="4524" y="139"/>
                  <a:pt x="4525" y="149"/>
                  <a:pt x="4525" y="160"/>
                </a:cubicBezTo>
                <a:lnTo>
                  <a:pt x="4525" y="821"/>
                </a:lnTo>
                <a:cubicBezTo>
                  <a:pt x="4525" y="832"/>
                  <a:pt x="4524" y="842"/>
                  <a:pt x="4522" y="852"/>
                </a:cubicBezTo>
                <a:cubicBezTo>
                  <a:pt x="4520" y="862"/>
                  <a:pt x="4517" y="872"/>
                  <a:pt x="4513" y="882"/>
                </a:cubicBezTo>
                <a:cubicBezTo>
                  <a:pt x="4509" y="892"/>
                  <a:pt x="4504" y="901"/>
                  <a:pt x="4498" y="909"/>
                </a:cubicBezTo>
                <a:cubicBezTo>
                  <a:pt x="4493" y="918"/>
                  <a:pt x="4486" y="926"/>
                  <a:pt x="4479" y="933"/>
                </a:cubicBezTo>
                <a:cubicBezTo>
                  <a:pt x="4471" y="941"/>
                  <a:pt x="4463" y="947"/>
                  <a:pt x="4455" y="953"/>
                </a:cubicBezTo>
                <a:cubicBezTo>
                  <a:pt x="4446" y="959"/>
                  <a:pt x="4437" y="964"/>
                  <a:pt x="4427" y="968"/>
                </a:cubicBezTo>
                <a:cubicBezTo>
                  <a:pt x="4418" y="972"/>
                  <a:pt x="4408" y="975"/>
                  <a:pt x="4397" y="977"/>
                </a:cubicBezTo>
                <a:cubicBezTo>
                  <a:pt x="4387" y="979"/>
                  <a:pt x="4377" y="980"/>
                  <a:pt x="4366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380880" y="3639600"/>
            <a:ext cx="546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Q4: 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1022760" y="3717720"/>
            <a:ext cx="1501560" cy="30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merge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0" name=""/>
          <p:cNvSpPr/>
          <p:nvPr/>
        </p:nvSpPr>
        <p:spPr>
          <a:xfrm>
            <a:off x="2895480" y="3666960"/>
            <a:ext cx="1791000" cy="352800"/>
          </a:xfrm>
          <a:custGeom>
            <a:avLst/>
            <a:gdLst/>
            <a:ahLst/>
            <a:rect l="0" t="0" r="r" b="b"/>
            <a:pathLst>
              <a:path w="4975" h="980">
                <a:moveTo>
                  <a:pt x="0" y="821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816" y="0"/>
                </a:lnTo>
                <a:cubicBezTo>
                  <a:pt x="4827" y="0"/>
                  <a:pt x="4837" y="1"/>
                  <a:pt x="4847" y="3"/>
                </a:cubicBezTo>
                <a:cubicBezTo>
                  <a:pt x="4857" y="5"/>
                  <a:pt x="4867" y="8"/>
                  <a:pt x="4877" y="12"/>
                </a:cubicBezTo>
                <a:cubicBezTo>
                  <a:pt x="4887" y="16"/>
                  <a:pt x="4896" y="21"/>
                  <a:pt x="4904" y="27"/>
                </a:cubicBezTo>
                <a:cubicBezTo>
                  <a:pt x="4913" y="33"/>
                  <a:pt x="4921" y="39"/>
                  <a:pt x="4929" y="46"/>
                </a:cubicBezTo>
                <a:cubicBezTo>
                  <a:pt x="4936" y="54"/>
                  <a:pt x="4942" y="62"/>
                  <a:pt x="4948" y="71"/>
                </a:cubicBezTo>
                <a:cubicBezTo>
                  <a:pt x="4954" y="79"/>
                  <a:pt x="4959" y="89"/>
                  <a:pt x="4963" y="99"/>
                </a:cubicBezTo>
                <a:cubicBezTo>
                  <a:pt x="4967" y="109"/>
                  <a:pt x="4970" y="119"/>
                  <a:pt x="4972" y="129"/>
                </a:cubicBezTo>
                <a:cubicBezTo>
                  <a:pt x="4974" y="139"/>
                  <a:pt x="4975" y="149"/>
                  <a:pt x="4975" y="160"/>
                </a:cubicBezTo>
                <a:lnTo>
                  <a:pt x="4975" y="821"/>
                </a:lnTo>
                <a:cubicBezTo>
                  <a:pt x="4975" y="832"/>
                  <a:pt x="4974" y="842"/>
                  <a:pt x="4972" y="852"/>
                </a:cubicBezTo>
                <a:cubicBezTo>
                  <a:pt x="4970" y="862"/>
                  <a:pt x="4967" y="872"/>
                  <a:pt x="4963" y="882"/>
                </a:cubicBezTo>
                <a:cubicBezTo>
                  <a:pt x="4959" y="892"/>
                  <a:pt x="4954" y="901"/>
                  <a:pt x="4948" y="909"/>
                </a:cubicBezTo>
                <a:cubicBezTo>
                  <a:pt x="4942" y="918"/>
                  <a:pt x="4936" y="926"/>
                  <a:pt x="4929" y="933"/>
                </a:cubicBezTo>
                <a:cubicBezTo>
                  <a:pt x="4921" y="941"/>
                  <a:pt x="4913" y="947"/>
                  <a:pt x="4904" y="953"/>
                </a:cubicBezTo>
                <a:cubicBezTo>
                  <a:pt x="4896" y="959"/>
                  <a:pt x="4887" y="964"/>
                  <a:pt x="4877" y="968"/>
                </a:cubicBezTo>
                <a:cubicBezTo>
                  <a:pt x="4867" y="972"/>
                  <a:pt x="4857" y="975"/>
                  <a:pt x="4847" y="977"/>
                </a:cubicBezTo>
                <a:cubicBezTo>
                  <a:pt x="4837" y="979"/>
                  <a:pt x="4827" y="980"/>
                  <a:pt x="4816" y="980"/>
                </a:cubicBezTo>
                <a:lnTo>
                  <a:pt x="159" y="980"/>
                </a:lnTo>
                <a:cubicBezTo>
                  <a:pt x="148" y="980"/>
                  <a:pt x="138" y="979"/>
                  <a:pt x="128" y="977"/>
                </a:cubicBezTo>
                <a:cubicBezTo>
                  <a:pt x="117" y="975"/>
                  <a:pt x="107" y="972"/>
                  <a:pt x="98" y="968"/>
                </a:cubicBezTo>
                <a:cubicBezTo>
                  <a:pt x="88" y="964"/>
                  <a:pt x="79" y="959"/>
                  <a:pt x="70" y="953"/>
                </a:cubicBezTo>
                <a:cubicBezTo>
                  <a:pt x="62" y="947"/>
                  <a:pt x="54" y="941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1"/>
                  <a:pt x="16" y="892"/>
                  <a:pt x="12" y="882"/>
                </a:cubicBezTo>
                <a:cubicBezTo>
                  <a:pt x="8" y="872"/>
                  <a:pt x="5" y="862"/>
                  <a:pt x="3" y="852"/>
                </a:cubicBezTo>
                <a:cubicBezTo>
                  <a:pt x="1" y="842"/>
                  <a:pt x="0" y="832"/>
                  <a:pt x="0" y="82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2586960" y="3639600"/>
            <a:ext cx="3038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2951640" y="3717720"/>
            <a:ext cx="1668240" cy="30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rebase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4682880" y="3639600"/>
            <a:ext cx="15170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の違いは？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4" name=""/>
          <p:cNvSpPr/>
          <p:nvPr/>
        </p:nvSpPr>
        <p:spPr>
          <a:xfrm>
            <a:off x="657000" y="49240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7"/>
                  <a:pt x="291" y="166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7" y="292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2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2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380880" y="4238640"/>
            <a:ext cx="275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A: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6" name=""/>
          <p:cNvSpPr/>
          <p:nvPr/>
        </p:nvSpPr>
        <p:spPr>
          <a:xfrm>
            <a:off x="657000" y="54100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1"/>
                  <a:pt x="250" y="248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1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5"/>
                </a:cubicBezTo>
                <a:cubicBezTo>
                  <a:pt x="30" y="57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4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8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933480" y="4800600"/>
            <a:ext cx="9115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merge: 2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つのブランチの履歴を統合する（マージコミットが作成される）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933480" y="5286240"/>
            <a:ext cx="73508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rebase: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ブランチの履歴を書き直して、⼀直線の履歴にする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99" name=""/>
          <p:cNvSpPr/>
          <p:nvPr/>
        </p:nvSpPr>
        <p:spPr>
          <a:xfrm>
            <a:off x="2038320" y="5867280"/>
            <a:ext cx="828720" cy="362160"/>
          </a:xfrm>
          <a:custGeom>
            <a:avLst/>
            <a:gdLst/>
            <a:ahLst/>
            <a:rect l="0" t="0" r="r" b="b"/>
            <a:pathLst>
              <a:path w="2302" h="1006">
                <a:moveTo>
                  <a:pt x="0" y="847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1" y="32"/>
                  <a:pt x="70" y="27"/>
                </a:cubicBezTo>
                <a:cubicBezTo>
                  <a:pt x="79" y="21"/>
                  <a:pt x="88" y="16"/>
                  <a:pt x="99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2144" y="0"/>
                </a:lnTo>
                <a:cubicBezTo>
                  <a:pt x="2154" y="0"/>
                  <a:pt x="2164" y="1"/>
                  <a:pt x="2175" y="3"/>
                </a:cubicBezTo>
                <a:cubicBezTo>
                  <a:pt x="2185" y="5"/>
                  <a:pt x="2195" y="8"/>
                  <a:pt x="2204" y="12"/>
                </a:cubicBezTo>
                <a:cubicBezTo>
                  <a:pt x="2214" y="16"/>
                  <a:pt x="2223" y="21"/>
                  <a:pt x="2232" y="27"/>
                </a:cubicBezTo>
                <a:cubicBezTo>
                  <a:pt x="2241" y="32"/>
                  <a:pt x="2249" y="39"/>
                  <a:pt x="2256" y="46"/>
                </a:cubicBezTo>
                <a:cubicBezTo>
                  <a:pt x="2263" y="54"/>
                  <a:pt x="2270" y="62"/>
                  <a:pt x="2276" y="70"/>
                </a:cubicBezTo>
                <a:cubicBezTo>
                  <a:pt x="2281" y="79"/>
                  <a:pt x="2286" y="88"/>
                  <a:pt x="2290" y="98"/>
                </a:cubicBezTo>
                <a:cubicBezTo>
                  <a:pt x="2294" y="107"/>
                  <a:pt x="2297" y="117"/>
                  <a:pt x="2299" y="128"/>
                </a:cubicBezTo>
                <a:cubicBezTo>
                  <a:pt x="2301" y="138"/>
                  <a:pt x="2302" y="148"/>
                  <a:pt x="2302" y="159"/>
                </a:cubicBezTo>
                <a:lnTo>
                  <a:pt x="2302" y="847"/>
                </a:lnTo>
                <a:cubicBezTo>
                  <a:pt x="2302" y="858"/>
                  <a:pt x="2301" y="868"/>
                  <a:pt x="2299" y="878"/>
                </a:cubicBezTo>
                <a:cubicBezTo>
                  <a:pt x="2297" y="889"/>
                  <a:pt x="2294" y="899"/>
                  <a:pt x="2290" y="908"/>
                </a:cubicBezTo>
                <a:cubicBezTo>
                  <a:pt x="2286" y="918"/>
                  <a:pt x="2281" y="927"/>
                  <a:pt x="2276" y="936"/>
                </a:cubicBezTo>
                <a:cubicBezTo>
                  <a:pt x="2270" y="944"/>
                  <a:pt x="2263" y="952"/>
                  <a:pt x="2256" y="960"/>
                </a:cubicBezTo>
                <a:cubicBezTo>
                  <a:pt x="2249" y="967"/>
                  <a:pt x="2241" y="974"/>
                  <a:pt x="2232" y="979"/>
                </a:cubicBezTo>
                <a:cubicBezTo>
                  <a:pt x="2223" y="985"/>
                  <a:pt x="2214" y="990"/>
                  <a:pt x="2204" y="994"/>
                </a:cubicBezTo>
                <a:cubicBezTo>
                  <a:pt x="2195" y="998"/>
                  <a:pt x="2185" y="1001"/>
                  <a:pt x="2175" y="1003"/>
                </a:cubicBezTo>
                <a:cubicBezTo>
                  <a:pt x="2164" y="1005"/>
                  <a:pt x="2154" y="1006"/>
                  <a:pt x="2144" y="1006"/>
                </a:cubicBezTo>
                <a:lnTo>
                  <a:pt x="159" y="1006"/>
                </a:lnTo>
                <a:cubicBezTo>
                  <a:pt x="149" y="1006"/>
                  <a:pt x="139" y="1005"/>
                  <a:pt x="128" y="1003"/>
                </a:cubicBezTo>
                <a:cubicBezTo>
                  <a:pt x="118" y="1001"/>
                  <a:pt x="108" y="998"/>
                  <a:pt x="99" y="994"/>
                </a:cubicBezTo>
                <a:cubicBezTo>
                  <a:pt x="88" y="990"/>
                  <a:pt x="79" y="985"/>
                  <a:pt x="70" y="979"/>
                </a:cubicBezTo>
                <a:cubicBezTo>
                  <a:pt x="61" y="974"/>
                  <a:pt x="53" y="967"/>
                  <a:pt x="46" y="960"/>
                </a:cubicBezTo>
                <a:cubicBezTo>
                  <a:pt x="39" y="952"/>
                  <a:pt x="32" y="944"/>
                  <a:pt x="26" y="936"/>
                </a:cubicBezTo>
                <a:cubicBezTo>
                  <a:pt x="21" y="927"/>
                  <a:pt x="16" y="918"/>
                  <a:pt x="12" y="908"/>
                </a:cubicBezTo>
                <a:cubicBezTo>
                  <a:pt x="8" y="899"/>
                  <a:pt x="5" y="889"/>
                  <a:pt x="3" y="878"/>
                </a:cubicBezTo>
                <a:cubicBezTo>
                  <a:pt x="1" y="868"/>
                  <a:pt x="0" y="858"/>
                  <a:pt x="0" y="84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380880" y="585792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初学者はまず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2132280" y="595908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merge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2871720" y="585792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を覚えましょう。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6" name=""/>
          <p:cNvSpPr/>
          <p:nvPr/>
        </p:nvSpPr>
        <p:spPr>
          <a:xfrm>
            <a:off x="385560" y="2233440"/>
            <a:ext cx="11421000" cy="4096080"/>
          </a:xfrm>
          <a:custGeom>
            <a:avLst/>
            <a:gdLst/>
            <a:ahLst/>
            <a:rect l="0" t="0" r="r" b="b"/>
            <a:pathLst>
              <a:path w="31725" h="11378">
                <a:moveTo>
                  <a:pt x="0" y="112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11233"/>
                </a:lnTo>
                <a:cubicBezTo>
                  <a:pt x="31725" y="11242"/>
                  <a:pt x="31724" y="11252"/>
                  <a:pt x="31722" y="11261"/>
                </a:cubicBezTo>
                <a:cubicBezTo>
                  <a:pt x="31720" y="11270"/>
                  <a:pt x="31717" y="11279"/>
                  <a:pt x="31714" y="11288"/>
                </a:cubicBezTo>
                <a:cubicBezTo>
                  <a:pt x="31710" y="11297"/>
                  <a:pt x="31705" y="11305"/>
                  <a:pt x="31700" y="11313"/>
                </a:cubicBezTo>
                <a:cubicBezTo>
                  <a:pt x="31695" y="11321"/>
                  <a:pt x="31689" y="11329"/>
                  <a:pt x="31682" y="11335"/>
                </a:cubicBezTo>
                <a:cubicBezTo>
                  <a:pt x="31675" y="11342"/>
                  <a:pt x="31668" y="11348"/>
                  <a:pt x="31660" y="11354"/>
                </a:cubicBezTo>
                <a:cubicBezTo>
                  <a:pt x="31652" y="11359"/>
                  <a:pt x="31644" y="11363"/>
                  <a:pt x="31635" y="11367"/>
                </a:cubicBezTo>
                <a:cubicBezTo>
                  <a:pt x="31626" y="11371"/>
                  <a:pt x="31617" y="11373"/>
                  <a:pt x="31607" y="11375"/>
                </a:cubicBezTo>
                <a:cubicBezTo>
                  <a:pt x="31598" y="11377"/>
                  <a:pt x="31589" y="11378"/>
                  <a:pt x="31579" y="11378"/>
                </a:cubicBezTo>
                <a:lnTo>
                  <a:pt x="146" y="11378"/>
                </a:lnTo>
                <a:cubicBezTo>
                  <a:pt x="136" y="11378"/>
                  <a:pt x="127" y="11377"/>
                  <a:pt x="117" y="11375"/>
                </a:cubicBezTo>
                <a:cubicBezTo>
                  <a:pt x="108" y="11373"/>
                  <a:pt x="99" y="11371"/>
                  <a:pt x="90" y="11367"/>
                </a:cubicBezTo>
                <a:cubicBezTo>
                  <a:pt x="81" y="11363"/>
                  <a:pt x="73" y="11359"/>
                  <a:pt x="65" y="11354"/>
                </a:cubicBezTo>
                <a:cubicBezTo>
                  <a:pt x="57" y="11348"/>
                  <a:pt x="49" y="11342"/>
                  <a:pt x="43" y="11335"/>
                </a:cubicBezTo>
                <a:cubicBezTo>
                  <a:pt x="36" y="11329"/>
                  <a:pt x="30" y="11321"/>
                  <a:pt x="25" y="11313"/>
                </a:cubicBezTo>
                <a:cubicBezTo>
                  <a:pt x="19" y="11305"/>
                  <a:pt x="15" y="11297"/>
                  <a:pt x="11" y="11288"/>
                </a:cubicBezTo>
                <a:cubicBezTo>
                  <a:pt x="7" y="11279"/>
                  <a:pt x="5" y="11270"/>
                  <a:pt x="3" y="11261"/>
                </a:cubicBezTo>
                <a:cubicBezTo>
                  <a:pt x="1" y="11252"/>
                  <a:pt x="0" y="11242"/>
                  <a:pt x="0" y="11233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7" name=""/>
          <p:cNvSpPr/>
          <p:nvPr/>
        </p:nvSpPr>
        <p:spPr>
          <a:xfrm>
            <a:off x="385560" y="2233440"/>
            <a:ext cx="11421000" cy="4096080"/>
          </a:xfrm>
          <a:custGeom>
            <a:avLst/>
            <a:gdLst/>
            <a:ahLst/>
            <a:rect l="0" t="0" r="r" b="b"/>
            <a:pathLst>
              <a:path w="31725" h="11378">
                <a:moveTo>
                  <a:pt x="0" y="11233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11233"/>
                </a:lnTo>
                <a:cubicBezTo>
                  <a:pt x="31725" y="11242"/>
                  <a:pt x="31724" y="11252"/>
                  <a:pt x="31722" y="11261"/>
                </a:cubicBezTo>
                <a:cubicBezTo>
                  <a:pt x="31720" y="11270"/>
                  <a:pt x="31717" y="11279"/>
                  <a:pt x="31714" y="11288"/>
                </a:cubicBezTo>
                <a:cubicBezTo>
                  <a:pt x="31710" y="11297"/>
                  <a:pt x="31705" y="11305"/>
                  <a:pt x="31700" y="11313"/>
                </a:cubicBezTo>
                <a:cubicBezTo>
                  <a:pt x="31695" y="11321"/>
                  <a:pt x="31689" y="11329"/>
                  <a:pt x="31682" y="11335"/>
                </a:cubicBezTo>
                <a:cubicBezTo>
                  <a:pt x="31675" y="11342"/>
                  <a:pt x="31668" y="11348"/>
                  <a:pt x="31660" y="11354"/>
                </a:cubicBezTo>
                <a:cubicBezTo>
                  <a:pt x="31652" y="11359"/>
                  <a:pt x="31644" y="11363"/>
                  <a:pt x="31635" y="11367"/>
                </a:cubicBezTo>
                <a:cubicBezTo>
                  <a:pt x="31626" y="11371"/>
                  <a:pt x="31617" y="11373"/>
                  <a:pt x="31607" y="11375"/>
                </a:cubicBezTo>
                <a:cubicBezTo>
                  <a:pt x="31598" y="11377"/>
                  <a:pt x="31589" y="11378"/>
                  <a:pt x="31579" y="11378"/>
                </a:cubicBezTo>
                <a:lnTo>
                  <a:pt x="146" y="11378"/>
                </a:lnTo>
                <a:cubicBezTo>
                  <a:pt x="136" y="11378"/>
                  <a:pt x="127" y="11377"/>
                  <a:pt x="117" y="11375"/>
                </a:cubicBezTo>
                <a:cubicBezTo>
                  <a:pt x="108" y="11373"/>
                  <a:pt x="99" y="11371"/>
                  <a:pt x="90" y="11367"/>
                </a:cubicBezTo>
                <a:cubicBezTo>
                  <a:pt x="81" y="11363"/>
                  <a:pt x="73" y="11359"/>
                  <a:pt x="65" y="11354"/>
                </a:cubicBezTo>
                <a:cubicBezTo>
                  <a:pt x="57" y="11348"/>
                  <a:pt x="49" y="11342"/>
                  <a:pt x="43" y="11335"/>
                </a:cubicBezTo>
                <a:cubicBezTo>
                  <a:pt x="36" y="11329"/>
                  <a:pt x="30" y="11321"/>
                  <a:pt x="25" y="11313"/>
                </a:cubicBezTo>
                <a:cubicBezTo>
                  <a:pt x="19" y="11305"/>
                  <a:pt x="15" y="11297"/>
                  <a:pt x="11" y="11288"/>
                </a:cubicBezTo>
                <a:cubicBezTo>
                  <a:pt x="7" y="11279"/>
                  <a:pt x="5" y="11270"/>
                  <a:pt x="3" y="11261"/>
                </a:cubicBezTo>
                <a:cubicBezTo>
                  <a:pt x="1" y="11252"/>
                  <a:pt x="0" y="11242"/>
                  <a:pt x="0" y="11233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08" name=""/>
          <p:cNvSpPr/>
          <p:nvPr/>
        </p:nvSpPr>
        <p:spPr>
          <a:xfrm>
            <a:off x="961920" y="561960"/>
            <a:ext cx="1791000" cy="352440"/>
          </a:xfrm>
          <a:custGeom>
            <a:avLst/>
            <a:gdLst/>
            <a:ahLst/>
            <a:rect l="0" t="0" r="r" b="b"/>
            <a:pathLst>
              <a:path w="4975" h="979">
                <a:moveTo>
                  <a:pt x="0" y="820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816" y="0"/>
                </a:lnTo>
                <a:cubicBezTo>
                  <a:pt x="4827" y="0"/>
                  <a:pt x="4837" y="1"/>
                  <a:pt x="4847" y="3"/>
                </a:cubicBezTo>
                <a:cubicBezTo>
                  <a:pt x="4857" y="5"/>
                  <a:pt x="4867" y="8"/>
                  <a:pt x="4877" y="12"/>
                </a:cubicBezTo>
                <a:cubicBezTo>
                  <a:pt x="4887" y="16"/>
                  <a:pt x="4896" y="21"/>
                  <a:pt x="4904" y="26"/>
                </a:cubicBezTo>
                <a:cubicBezTo>
                  <a:pt x="4913" y="32"/>
                  <a:pt x="4921" y="39"/>
                  <a:pt x="4928" y="46"/>
                </a:cubicBezTo>
                <a:cubicBezTo>
                  <a:pt x="4936" y="53"/>
                  <a:pt x="4942" y="61"/>
                  <a:pt x="4948" y="70"/>
                </a:cubicBezTo>
                <a:cubicBezTo>
                  <a:pt x="4954" y="79"/>
                  <a:pt x="4959" y="88"/>
                  <a:pt x="4963" y="98"/>
                </a:cubicBezTo>
                <a:cubicBezTo>
                  <a:pt x="4967" y="107"/>
                  <a:pt x="4970" y="117"/>
                  <a:pt x="4972" y="127"/>
                </a:cubicBezTo>
                <a:cubicBezTo>
                  <a:pt x="4974" y="138"/>
                  <a:pt x="4975" y="148"/>
                  <a:pt x="4975" y="158"/>
                </a:cubicBezTo>
                <a:lnTo>
                  <a:pt x="4975" y="820"/>
                </a:lnTo>
                <a:cubicBezTo>
                  <a:pt x="4975" y="830"/>
                  <a:pt x="4974" y="840"/>
                  <a:pt x="4972" y="851"/>
                </a:cubicBezTo>
                <a:cubicBezTo>
                  <a:pt x="4970" y="861"/>
                  <a:pt x="4967" y="871"/>
                  <a:pt x="4963" y="881"/>
                </a:cubicBezTo>
                <a:cubicBezTo>
                  <a:pt x="4959" y="891"/>
                  <a:pt x="4954" y="900"/>
                  <a:pt x="4948" y="909"/>
                </a:cubicBezTo>
                <a:cubicBezTo>
                  <a:pt x="4942" y="918"/>
                  <a:pt x="4936" y="926"/>
                  <a:pt x="4928" y="933"/>
                </a:cubicBezTo>
                <a:cubicBezTo>
                  <a:pt x="4921" y="940"/>
                  <a:pt x="4913" y="947"/>
                  <a:pt x="4904" y="953"/>
                </a:cubicBezTo>
                <a:cubicBezTo>
                  <a:pt x="4896" y="959"/>
                  <a:pt x="4887" y="963"/>
                  <a:pt x="4877" y="967"/>
                </a:cubicBezTo>
                <a:cubicBezTo>
                  <a:pt x="4867" y="971"/>
                  <a:pt x="4857" y="974"/>
                  <a:pt x="4847" y="976"/>
                </a:cubicBezTo>
                <a:cubicBezTo>
                  <a:pt x="4837" y="978"/>
                  <a:pt x="4827" y="979"/>
                  <a:pt x="4816" y="979"/>
                </a:cubicBezTo>
                <a:lnTo>
                  <a:pt x="159" y="979"/>
                </a:lnTo>
                <a:cubicBezTo>
                  <a:pt x="148" y="979"/>
                  <a:pt x="138" y="978"/>
                  <a:pt x="128" y="976"/>
                </a:cubicBezTo>
                <a:cubicBezTo>
                  <a:pt x="117" y="974"/>
                  <a:pt x="107" y="971"/>
                  <a:pt x="98" y="967"/>
                </a:cubicBezTo>
                <a:cubicBezTo>
                  <a:pt x="88" y="963"/>
                  <a:pt x="79" y="959"/>
                  <a:pt x="70" y="953"/>
                </a:cubicBezTo>
                <a:cubicBezTo>
                  <a:pt x="62" y="947"/>
                  <a:pt x="54" y="940"/>
                  <a:pt x="46" y="933"/>
                </a:cubicBezTo>
                <a:cubicBezTo>
                  <a:pt x="39" y="926"/>
                  <a:pt x="32" y="918"/>
                  <a:pt x="27" y="909"/>
                </a:cubicBezTo>
                <a:cubicBezTo>
                  <a:pt x="21" y="900"/>
                  <a:pt x="16" y="891"/>
                  <a:pt x="12" y="881"/>
                </a:cubicBezTo>
                <a:cubicBezTo>
                  <a:pt x="8" y="871"/>
                  <a:pt x="5" y="861"/>
                  <a:pt x="3" y="851"/>
                </a:cubicBezTo>
                <a:cubicBezTo>
                  <a:pt x="1" y="840"/>
                  <a:pt x="0" y="830"/>
                  <a:pt x="0" y="82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380880" y="534240"/>
            <a:ext cx="546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Q5: 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1022760" y="612360"/>
            <a:ext cx="1668240" cy="303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9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.gitignore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2754000" y="534240"/>
            <a:ext cx="9104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とは？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380880" y="1133640"/>
            <a:ext cx="7297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A: Git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で管理したくないファイルを指定するファイルです。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3" name=""/>
          <p:cNvSpPr/>
          <p:nvPr/>
        </p:nvSpPr>
        <p:spPr>
          <a:xfrm>
            <a:off x="933120" y="1704960"/>
            <a:ext cx="1476720" cy="371520"/>
          </a:xfrm>
          <a:custGeom>
            <a:avLst/>
            <a:gdLst/>
            <a:ahLst/>
            <a:rect l="0" t="0" r="r" b="b"/>
            <a:pathLst>
              <a:path w="4102" h="1032">
                <a:moveTo>
                  <a:pt x="0" y="873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944" y="0"/>
                </a:lnTo>
                <a:cubicBezTo>
                  <a:pt x="3954" y="0"/>
                  <a:pt x="3964" y="1"/>
                  <a:pt x="3975" y="3"/>
                </a:cubicBezTo>
                <a:cubicBezTo>
                  <a:pt x="3985" y="5"/>
                  <a:pt x="3995" y="8"/>
                  <a:pt x="4004" y="12"/>
                </a:cubicBezTo>
                <a:cubicBezTo>
                  <a:pt x="4014" y="16"/>
                  <a:pt x="4023" y="21"/>
                  <a:pt x="4032" y="26"/>
                </a:cubicBezTo>
                <a:cubicBezTo>
                  <a:pt x="4041" y="32"/>
                  <a:pt x="4049" y="39"/>
                  <a:pt x="4056" y="46"/>
                </a:cubicBezTo>
                <a:cubicBezTo>
                  <a:pt x="4063" y="53"/>
                  <a:pt x="4070" y="61"/>
                  <a:pt x="4076" y="70"/>
                </a:cubicBezTo>
                <a:cubicBezTo>
                  <a:pt x="4081" y="79"/>
                  <a:pt x="4086" y="88"/>
                  <a:pt x="4090" y="98"/>
                </a:cubicBezTo>
                <a:cubicBezTo>
                  <a:pt x="4094" y="107"/>
                  <a:pt x="4097" y="117"/>
                  <a:pt x="4099" y="127"/>
                </a:cubicBezTo>
                <a:cubicBezTo>
                  <a:pt x="4101" y="138"/>
                  <a:pt x="4102" y="148"/>
                  <a:pt x="4102" y="158"/>
                </a:cubicBezTo>
                <a:lnTo>
                  <a:pt x="4102" y="873"/>
                </a:lnTo>
                <a:cubicBezTo>
                  <a:pt x="4102" y="883"/>
                  <a:pt x="4101" y="893"/>
                  <a:pt x="4099" y="904"/>
                </a:cubicBezTo>
                <a:cubicBezTo>
                  <a:pt x="4097" y="914"/>
                  <a:pt x="4094" y="924"/>
                  <a:pt x="4090" y="933"/>
                </a:cubicBezTo>
                <a:cubicBezTo>
                  <a:pt x="4086" y="944"/>
                  <a:pt x="4081" y="953"/>
                  <a:pt x="4076" y="962"/>
                </a:cubicBezTo>
                <a:cubicBezTo>
                  <a:pt x="4070" y="971"/>
                  <a:pt x="4063" y="979"/>
                  <a:pt x="4056" y="986"/>
                </a:cubicBezTo>
                <a:cubicBezTo>
                  <a:pt x="4049" y="993"/>
                  <a:pt x="4041" y="1000"/>
                  <a:pt x="4032" y="1006"/>
                </a:cubicBezTo>
                <a:cubicBezTo>
                  <a:pt x="4023" y="1011"/>
                  <a:pt x="4014" y="1016"/>
                  <a:pt x="4004" y="1020"/>
                </a:cubicBezTo>
                <a:cubicBezTo>
                  <a:pt x="3995" y="1024"/>
                  <a:pt x="3985" y="1027"/>
                  <a:pt x="3975" y="1029"/>
                </a:cubicBezTo>
                <a:cubicBezTo>
                  <a:pt x="3964" y="1031"/>
                  <a:pt x="3954" y="1032"/>
                  <a:pt x="3944" y="1032"/>
                </a:cubicBezTo>
                <a:lnTo>
                  <a:pt x="159" y="1032"/>
                </a:lnTo>
                <a:cubicBezTo>
                  <a:pt x="149" y="1032"/>
                  <a:pt x="138" y="1031"/>
                  <a:pt x="128" y="1029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9" y="1016"/>
                  <a:pt x="80" y="1011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3"/>
                  <a:pt x="16" y="944"/>
                  <a:pt x="13" y="933"/>
                </a:cubicBezTo>
                <a:cubicBezTo>
                  <a:pt x="9" y="924"/>
                  <a:pt x="6" y="914"/>
                  <a:pt x="3" y="904"/>
                </a:cubicBezTo>
                <a:cubicBezTo>
                  <a:pt x="1" y="893"/>
                  <a:pt x="0" y="883"/>
                  <a:pt x="0" y="87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380880" y="169560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例：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1027440" y="179640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.gitignore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2412360" y="169560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542880" y="242604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801000" y="238788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一時ファイル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542880" y="269244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*.tmp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542880" y="296892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*.log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542880" y="350208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801000" y="3464280"/>
            <a:ext cx="18781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環境変数ファイル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542880" y="377856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.env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542880" y="431172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801000" y="427392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ビルド結果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542880" y="458820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dist/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7" name=""/>
          <p:cNvSpPr txBox="1"/>
          <p:nvPr/>
        </p:nvSpPr>
        <p:spPr>
          <a:xfrm>
            <a:off x="542880" y="485460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build/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8" name=""/>
          <p:cNvSpPr txBox="1"/>
          <p:nvPr/>
        </p:nvSpPr>
        <p:spPr>
          <a:xfrm>
            <a:off x="542880" y="539784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# OS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1059120" y="535968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固有のファイル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542880" y="566424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.DS_Store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1" name=""/>
          <p:cNvSpPr txBox="1"/>
          <p:nvPr/>
        </p:nvSpPr>
        <p:spPr>
          <a:xfrm>
            <a:off x="542880" y="593100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Thumbs.db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5" name=""/>
          <p:cNvSpPr/>
          <p:nvPr/>
        </p:nvSpPr>
        <p:spPr>
          <a:xfrm>
            <a:off x="938160" y="2823840"/>
            <a:ext cx="10868400" cy="1667520"/>
          </a:xfrm>
          <a:custGeom>
            <a:avLst/>
            <a:gdLst/>
            <a:ahLst/>
            <a:rect l="0" t="0" r="r" b="b"/>
            <a:pathLst>
              <a:path w="30190" h="4632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2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6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30044" y="0"/>
                </a:lnTo>
                <a:cubicBezTo>
                  <a:pt x="30054" y="0"/>
                  <a:pt x="30063" y="1"/>
                  <a:pt x="30072" y="3"/>
                </a:cubicBezTo>
                <a:cubicBezTo>
                  <a:pt x="30082" y="5"/>
                  <a:pt x="30091" y="8"/>
                  <a:pt x="30100" y="11"/>
                </a:cubicBezTo>
                <a:cubicBezTo>
                  <a:pt x="30109" y="15"/>
                  <a:pt x="30117" y="20"/>
                  <a:pt x="30125" y="25"/>
                </a:cubicBezTo>
                <a:cubicBezTo>
                  <a:pt x="30133" y="30"/>
                  <a:pt x="30140" y="36"/>
                  <a:pt x="30147" y="43"/>
                </a:cubicBezTo>
                <a:cubicBezTo>
                  <a:pt x="30154" y="50"/>
                  <a:pt x="30160" y="57"/>
                  <a:pt x="30165" y="65"/>
                </a:cubicBezTo>
                <a:cubicBezTo>
                  <a:pt x="30170" y="73"/>
                  <a:pt x="30175" y="81"/>
                  <a:pt x="30179" y="90"/>
                </a:cubicBezTo>
                <a:cubicBezTo>
                  <a:pt x="30182" y="99"/>
                  <a:pt x="30185" y="108"/>
                  <a:pt x="30187" y="118"/>
                </a:cubicBezTo>
                <a:cubicBezTo>
                  <a:pt x="30189" y="127"/>
                  <a:pt x="30190" y="136"/>
                  <a:pt x="30190" y="146"/>
                </a:cubicBezTo>
                <a:lnTo>
                  <a:pt x="30190" y="4486"/>
                </a:lnTo>
                <a:cubicBezTo>
                  <a:pt x="30190" y="4496"/>
                  <a:pt x="30189" y="4505"/>
                  <a:pt x="30187" y="4514"/>
                </a:cubicBezTo>
                <a:cubicBezTo>
                  <a:pt x="30185" y="4524"/>
                  <a:pt x="30182" y="4533"/>
                  <a:pt x="30179" y="4542"/>
                </a:cubicBezTo>
                <a:cubicBezTo>
                  <a:pt x="30175" y="4551"/>
                  <a:pt x="30170" y="4559"/>
                  <a:pt x="30165" y="4567"/>
                </a:cubicBezTo>
                <a:cubicBezTo>
                  <a:pt x="30160" y="4575"/>
                  <a:pt x="30154" y="4582"/>
                  <a:pt x="30147" y="4589"/>
                </a:cubicBezTo>
                <a:cubicBezTo>
                  <a:pt x="30140" y="4596"/>
                  <a:pt x="30133" y="4602"/>
                  <a:pt x="30125" y="4607"/>
                </a:cubicBezTo>
                <a:cubicBezTo>
                  <a:pt x="30117" y="4612"/>
                  <a:pt x="30109" y="4617"/>
                  <a:pt x="30100" y="4621"/>
                </a:cubicBezTo>
                <a:cubicBezTo>
                  <a:pt x="30091" y="4624"/>
                  <a:pt x="30082" y="4627"/>
                  <a:pt x="30072" y="4629"/>
                </a:cubicBezTo>
                <a:cubicBezTo>
                  <a:pt x="30063" y="4631"/>
                  <a:pt x="30054" y="4632"/>
                  <a:pt x="30044" y="4632"/>
                </a:cubicBezTo>
                <a:lnTo>
                  <a:pt x="145" y="4632"/>
                </a:lnTo>
                <a:cubicBezTo>
                  <a:pt x="136" y="4632"/>
                  <a:pt x="126" y="4631"/>
                  <a:pt x="117" y="4629"/>
                </a:cubicBezTo>
                <a:cubicBezTo>
                  <a:pt x="107" y="4627"/>
                  <a:pt x="98" y="4624"/>
                  <a:pt x="89" y="4621"/>
                </a:cubicBezTo>
                <a:cubicBezTo>
                  <a:pt x="81" y="4617"/>
                  <a:pt x="72" y="4612"/>
                  <a:pt x="64" y="4607"/>
                </a:cubicBezTo>
                <a:cubicBezTo>
                  <a:pt x="56" y="4602"/>
                  <a:pt x="49" y="4596"/>
                  <a:pt x="42" y="4589"/>
                </a:cubicBezTo>
                <a:cubicBezTo>
                  <a:pt x="36" y="4582"/>
                  <a:pt x="29" y="4575"/>
                  <a:pt x="24" y="4567"/>
                </a:cubicBezTo>
                <a:cubicBezTo>
                  <a:pt x="19" y="4559"/>
                  <a:pt x="14" y="4551"/>
                  <a:pt x="11" y="4542"/>
                </a:cubicBezTo>
                <a:cubicBezTo>
                  <a:pt x="7" y="4533"/>
                  <a:pt x="4" y="4524"/>
                  <a:pt x="2" y="4514"/>
                </a:cubicBezTo>
                <a:cubicBezTo>
                  <a:pt x="1" y="4505"/>
                  <a:pt x="0" y="4496"/>
                  <a:pt x="0" y="4486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6" name=""/>
          <p:cNvSpPr/>
          <p:nvPr/>
        </p:nvSpPr>
        <p:spPr>
          <a:xfrm>
            <a:off x="938160" y="2823840"/>
            <a:ext cx="10868400" cy="1667520"/>
          </a:xfrm>
          <a:custGeom>
            <a:avLst/>
            <a:gdLst/>
            <a:ahLst/>
            <a:rect l="0" t="0" r="r" b="b"/>
            <a:pathLst>
              <a:path w="30190" h="4632">
                <a:moveTo>
                  <a:pt x="0" y="4486"/>
                </a:moveTo>
                <a:lnTo>
                  <a:pt x="0" y="146"/>
                </a:lnTo>
                <a:cubicBezTo>
                  <a:pt x="0" y="136"/>
                  <a:pt x="1" y="127"/>
                  <a:pt x="2" y="118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29" y="57"/>
                  <a:pt x="36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20"/>
                  <a:pt x="81" y="15"/>
                  <a:pt x="89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lnTo>
                  <a:pt x="30044" y="0"/>
                </a:lnTo>
                <a:cubicBezTo>
                  <a:pt x="30054" y="0"/>
                  <a:pt x="30063" y="1"/>
                  <a:pt x="30072" y="3"/>
                </a:cubicBezTo>
                <a:cubicBezTo>
                  <a:pt x="30082" y="5"/>
                  <a:pt x="30091" y="8"/>
                  <a:pt x="30100" y="11"/>
                </a:cubicBezTo>
                <a:cubicBezTo>
                  <a:pt x="30109" y="15"/>
                  <a:pt x="30117" y="20"/>
                  <a:pt x="30125" y="25"/>
                </a:cubicBezTo>
                <a:cubicBezTo>
                  <a:pt x="30133" y="30"/>
                  <a:pt x="30140" y="36"/>
                  <a:pt x="30147" y="43"/>
                </a:cubicBezTo>
                <a:cubicBezTo>
                  <a:pt x="30154" y="50"/>
                  <a:pt x="30160" y="57"/>
                  <a:pt x="30165" y="65"/>
                </a:cubicBezTo>
                <a:cubicBezTo>
                  <a:pt x="30170" y="73"/>
                  <a:pt x="30175" y="81"/>
                  <a:pt x="30179" y="90"/>
                </a:cubicBezTo>
                <a:cubicBezTo>
                  <a:pt x="30182" y="99"/>
                  <a:pt x="30185" y="108"/>
                  <a:pt x="30187" y="118"/>
                </a:cubicBezTo>
                <a:cubicBezTo>
                  <a:pt x="30189" y="127"/>
                  <a:pt x="30190" y="136"/>
                  <a:pt x="30190" y="146"/>
                </a:cubicBezTo>
                <a:lnTo>
                  <a:pt x="30190" y="4486"/>
                </a:lnTo>
                <a:cubicBezTo>
                  <a:pt x="30190" y="4496"/>
                  <a:pt x="30189" y="4505"/>
                  <a:pt x="30187" y="4514"/>
                </a:cubicBezTo>
                <a:cubicBezTo>
                  <a:pt x="30185" y="4524"/>
                  <a:pt x="30182" y="4533"/>
                  <a:pt x="30179" y="4542"/>
                </a:cubicBezTo>
                <a:cubicBezTo>
                  <a:pt x="30175" y="4551"/>
                  <a:pt x="30170" y="4559"/>
                  <a:pt x="30165" y="4567"/>
                </a:cubicBezTo>
                <a:cubicBezTo>
                  <a:pt x="30160" y="4575"/>
                  <a:pt x="30154" y="4582"/>
                  <a:pt x="30147" y="4589"/>
                </a:cubicBezTo>
                <a:cubicBezTo>
                  <a:pt x="30140" y="4596"/>
                  <a:pt x="30133" y="4602"/>
                  <a:pt x="30125" y="4607"/>
                </a:cubicBezTo>
                <a:cubicBezTo>
                  <a:pt x="30117" y="4612"/>
                  <a:pt x="30109" y="4617"/>
                  <a:pt x="30100" y="4621"/>
                </a:cubicBezTo>
                <a:cubicBezTo>
                  <a:pt x="30091" y="4624"/>
                  <a:pt x="30082" y="4627"/>
                  <a:pt x="30072" y="4629"/>
                </a:cubicBezTo>
                <a:cubicBezTo>
                  <a:pt x="30063" y="4631"/>
                  <a:pt x="30054" y="4632"/>
                  <a:pt x="30044" y="4632"/>
                </a:cubicBezTo>
                <a:lnTo>
                  <a:pt x="145" y="4632"/>
                </a:lnTo>
                <a:cubicBezTo>
                  <a:pt x="136" y="4632"/>
                  <a:pt x="126" y="4631"/>
                  <a:pt x="117" y="4629"/>
                </a:cubicBezTo>
                <a:cubicBezTo>
                  <a:pt x="107" y="4627"/>
                  <a:pt x="98" y="4624"/>
                  <a:pt x="89" y="4621"/>
                </a:cubicBezTo>
                <a:cubicBezTo>
                  <a:pt x="81" y="4617"/>
                  <a:pt x="72" y="4612"/>
                  <a:pt x="64" y="4607"/>
                </a:cubicBezTo>
                <a:cubicBezTo>
                  <a:pt x="56" y="4602"/>
                  <a:pt x="49" y="4596"/>
                  <a:pt x="42" y="4589"/>
                </a:cubicBezTo>
                <a:cubicBezTo>
                  <a:pt x="36" y="4582"/>
                  <a:pt x="29" y="4575"/>
                  <a:pt x="24" y="4567"/>
                </a:cubicBezTo>
                <a:cubicBezTo>
                  <a:pt x="19" y="4559"/>
                  <a:pt x="14" y="4551"/>
                  <a:pt x="11" y="4542"/>
                </a:cubicBezTo>
                <a:cubicBezTo>
                  <a:pt x="7" y="4533"/>
                  <a:pt x="4" y="4524"/>
                  <a:pt x="2" y="4514"/>
                </a:cubicBezTo>
                <a:cubicBezTo>
                  <a:pt x="1" y="4505"/>
                  <a:pt x="0" y="4496"/>
                  <a:pt x="0" y="4486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380880" y="829800"/>
            <a:ext cx="78249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Q6: 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コンフリクト（競合）が発⽣した。どうすればいい？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380880" y="1400040"/>
            <a:ext cx="6375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A: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同じ部分を複数⼈が編集した場合に発⽣します。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641520" y="1962000"/>
            <a:ext cx="5257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コンフリクトが発⽣したファイルを開く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641520" y="2448000"/>
            <a:ext cx="4154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以下のようなマーカーを探す：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1" name=""/>
          <p:cNvSpPr txBox="1"/>
          <p:nvPr/>
        </p:nvSpPr>
        <p:spPr>
          <a:xfrm>
            <a:off x="1095480" y="3016440"/>
            <a:ext cx="1549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&lt;&lt;&lt;&lt;&lt;&lt;&lt; HEAD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2" name=""/>
          <p:cNvSpPr txBox="1"/>
          <p:nvPr/>
        </p:nvSpPr>
        <p:spPr>
          <a:xfrm>
            <a:off x="1095480" y="324504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自分の変更内容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1095480" y="355932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=======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1095480" y="378792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他人の変更内容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1095480" y="4092840"/>
            <a:ext cx="2452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&gt;&gt;&gt;&gt;&gt;&gt;&gt; branch-name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641520" y="4695840"/>
            <a:ext cx="6636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どちらの変更を採⽤するか、または両⽅を統合する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641520" y="5172120"/>
            <a:ext cx="2223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マーカーを削除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8" name=""/>
          <p:cNvSpPr/>
          <p:nvPr/>
        </p:nvSpPr>
        <p:spPr>
          <a:xfrm>
            <a:off x="933120" y="5667120"/>
            <a:ext cx="1095840" cy="371880"/>
          </a:xfrm>
          <a:custGeom>
            <a:avLst/>
            <a:gdLst/>
            <a:ahLst/>
            <a:rect l="0" t="0" r="r" b="b"/>
            <a:pathLst>
              <a:path w="3044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85" y="0"/>
                </a:lnTo>
                <a:cubicBezTo>
                  <a:pt x="2896" y="0"/>
                  <a:pt x="2906" y="1"/>
                  <a:pt x="2916" y="3"/>
                </a:cubicBezTo>
                <a:cubicBezTo>
                  <a:pt x="2927" y="5"/>
                  <a:pt x="2936" y="8"/>
                  <a:pt x="2946" y="12"/>
                </a:cubicBezTo>
                <a:cubicBezTo>
                  <a:pt x="2956" y="16"/>
                  <a:pt x="2965" y="21"/>
                  <a:pt x="2974" y="27"/>
                </a:cubicBezTo>
                <a:cubicBezTo>
                  <a:pt x="2982" y="33"/>
                  <a:pt x="2990" y="39"/>
                  <a:pt x="2998" y="47"/>
                </a:cubicBezTo>
                <a:cubicBezTo>
                  <a:pt x="3005" y="54"/>
                  <a:pt x="3012" y="62"/>
                  <a:pt x="3017" y="71"/>
                </a:cubicBezTo>
                <a:cubicBezTo>
                  <a:pt x="3023" y="79"/>
                  <a:pt x="3028" y="89"/>
                  <a:pt x="3032" y="98"/>
                </a:cubicBezTo>
                <a:cubicBezTo>
                  <a:pt x="3036" y="108"/>
                  <a:pt x="3039" y="118"/>
                  <a:pt x="3041" y="128"/>
                </a:cubicBezTo>
                <a:cubicBezTo>
                  <a:pt x="3043" y="138"/>
                  <a:pt x="3044" y="149"/>
                  <a:pt x="3044" y="159"/>
                </a:cubicBezTo>
                <a:lnTo>
                  <a:pt x="3044" y="874"/>
                </a:lnTo>
                <a:cubicBezTo>
                  <a:pt x="3044" y="885"/>
                  <a:pt x="3043" y="895"/>
                  <a:pt x="3041" y="905"/>
                </a:cubicBezTo>
                <a:cubicBezTo>
                  <a:pt x="3039" y="916"/>
                  <a:pt x="3036" y="925"/>
                  <a:pt x="3032" y="935"/>
                </a:cubicBezTo>
                <a:cubicBezTo>
                  <a:pt x="3028" y="945"/>
                  <a:pt x="3023" y="954"/>
                  <a:pt x="3017" y="963"/>
                </a:cubicBezTo>
                <a:cubicBezTo>
                  <a:pt x="3012" y="971"/>
                  <a:pt x="3005" y="979"/>
                  <a:pt x="2998" y="987"/>
                </a:cubicBezTo>
                <a:cubicBezTo>
                  <a:pt x="2990" y="994"/>
                  <a:pt x="2982" y="1001"/>
                  <a:pt x="2974" y="1006"/>
                </a:cubicBezTo>
                <a:cubicBezTo>
                  <a:pt x="2965" y="1012"/>
                  <a:pt x="2956" y="1017"/>
                  <a:pt x="2946" y="1021"/>
                </a:cubicBezTo>
                <a:cubicBezTo>
                  <a:pt x="2936" y="1025"/>
                  <a:pt x="2927" y="1028"/>
                  <a:pt x="2916" y="1030"/>
                </a:cubicBezTo>
                <a:cubicBezTo>
                  <a:pt x="2906" y="1032"/>
                  <a:pt x="2896" y="1033"/>
                  <a:pt x="2885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40" y="979"/>
                  <a:pt x="33" y="971"/>
                  <a:pt x="27" y="963"/>
                </a:cubicBezTo>
                <a:cubicBezTo>
                  <a:pt x="21" y="954"/>
                  <a:pt x="16" y="945"/>
                  <a:pt x="13" y="935"/>
                </a:cubicBezTo>
                <a:cubicBezTo>
                  <a:pt x="9" y="925"/>
                  <a:pt x="6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641520" y="5657760"/>
            <a:ext cx="292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5.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1027440" y="575892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1" name=""/>
          <p:cNvSpPr/>
          <p:nvPr/>
        </p:nvSpPr>
        <p:spPr>
          <a:xfrm>
            <a:off x="2304720" y="5667120"/>
            <a:ext cx="1476720" cy="371880"/>
          </a:xfrm>
          <a:custGeom>
            <a:avLst/>
            <a:gdLst/>
            <a:ahLst/>
            <a:rect l="0" t="0" r="r" b="b"/>
            <a:pathLst>
              <a:path w="4102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9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944" y="0"/>
                </a:lnTo>
                <a:cubicBezTo>
                  <a:pt x="3954" y="0"/>
                  <a:pt x="3964" y="1"/>
                  <a:pt x="3975" y="3"/>
                </a:cubicBezTo>
                <a:cubicBezTo>
                  <a:pt x="3985" y="5"/>
                  <a:pt x="3995" y="8"/>
                  <a:pt x="4004" y="12"/>
                </a:cubicBezTo>
                <a:cubicBezTo>
                  <a:pt x="4014" y="16"/>
                  <a:pt x="4023" y="21"/>
                  <a:pt x="4032" y="27"/>
                </a:cubicBezTo>
                <a:cubicBezTo>
                  <a:pt x="4041" y="33"/>
                  <a:pt x="4049" y="39"/>
                  <a:pt x="4056" y="47"/>
                </a:cubicBezTo>
                <a:cubicBezTo>
                  <a:pt x="4063" y="54"/>
                  <a:pt x="4070" y="62"/>
                  <a:pt x="4076" y="71"/>
                </a:cubicBezTo>
                <a:cubicBezTo>
                  <a:pt x="4081" y="79"/>
                  <a:pt x="4086" y="89"/>
                  <a:pt x="4090" y="98"/>
                </a:cubicBezTo>
                <a:cubicBezTo>
                  <a:pt x="4094" y="108"/>
                  <a:pt x="4097" y="118"/>
                  <a:pt x="4099" y="128"/>
                </a:cubicBezTo>
                <a:cubicBezTo>
                  <a:pt x="4101" y="138"/>
                  <a:pt x="4102" y="149"/>
                  <a:pt x="4102" y="159"/>
                </a:cubicBezTo>
                <a:lnTo>
                  <a:pt x="4102" y="874"/>
                </a:lnTo>
                <a:cubicBezTo>
                  <a:pt x="4102" y="885"/>
                  <a:pt x="4101" y="895"/>
                  <a:pt x="4099" y="905"/>
                </a:cubicBezTo>
                <a:cubicBezTo>
                  <a:pt x="4097" y="916"/>
                  <a:pt x="4094" y="925"/>
                  <a:pt x="4090" y="935"/>
                </a:cubicBezTo>
                <a:cubicBezTo>
                  <a:pt x="4086" y="945"/>
                  <a:pt x="4081" y="954"/>
                  <a:pt x="4076" y="963"/>
                </a:cubicBezTo>
                <a:cubicBezTo>
                  <a:pt x="4070" y="971"/>
                  <a:pt x="4063" y="979"/>
                  <a:pt x="4056" y="987"/>
                </a:cubicBezTo>
                <a:cubicBezTo>
                  <a:pt x="4049" y="994"/>
                  <a:pt x="4041" y="1001"/>
                  <a:pt x="4032" y="1006"/>
                </a:cubicBezTo>
                <a:cubicBezTo>
                  <a:pt x="4023" y="1012"/>
                  <a:pt x="4014" y="1017"/>
                  <a:pt x="4004" y="1021"/>
                </a:cubicBezTo>
                <a:cubicBezTo>
                  <a:pt x="3995" y="1025"/>
                  <a:pt x="3985" y="1028"/>
                  <a:pt x="3975" y="1030"/>
                </a:cubicBezTo>
                <a:cubicBezTo>
                  <a:pt x="3964" y="1032"/>
                  <a:pt x="3954" y="1033"/>
                  <a:pt x="3944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40" y="979"/>
                  <a:pt x="33" y="971"/>
                  <a:pt x="27" y="963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9" y="925"/>
                  <a:pt x="5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2025000" y="565776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3" name=""/>
          <p:cNvSpPr txBox="1"/>
          <p:nvPr/>
        </p:nvSpPr>
        <p:spPr>
          <a:xfrm>
            <a:off x="2395080" y="575892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commit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3780000" y="565776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で解決を記録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380880" y="1269720"/>
            <a:ext cx="264456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9. GitHub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の活⽤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380880" y="2039400"/>
            <a:ext cx="46558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 Pages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Web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サイトを公開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380880" y="2610000"/>
            <a:ext cx="9200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 Pages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を使うと、リポジトリから直接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Web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サイトを公開できます。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80880" y="3224520"/>
            <a:ext cx="202752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基本的な使い⽅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2" name=""/>
          <p:cNvSpPr txBox="1"/>
          <p:nvPr/>
        </p:nvSpPr>
        <p:spPr>
          <a:xfrm>
            <a:off x="641520" y="3771720"/>
            <a:ext cx="3683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でリポジトリを作成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3" name=""/>
          <p:cNvSpPr txBox="1"/>
          <p:nvPr/>
        </p:nvSpPr>
        <p:spPr>
          <a:xfrm>
            <a:off x="641520" y="4248000"/>
            <a:ext cx="5976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リポジトリの「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Settings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」→「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Pages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」に移動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4" name=""/>
          <p:cNvSpPr/>
          <p:nvPr/>
        </p:nvSpPr>
        <p:spPr>
          <a:xfrm>
            <a:off x="5686200" y="474336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800" y="0"/>
                </a:lnTo>
                <a:cubicBezTo>
                  <a:pt x="1811" y="0"/>
                  <a:pt x="1821" y="1"/>
                  <a:pt x="1831" y="3"/>
                </a:cubicBezTo>
                <a:cubicBezTo>
                  <a:pt x="1841" y="5"/>
                  <a:pt x="1851" y="8"/>
                  <a:pt x="1861" y="12"/>
                </a:cubicBezTo>
                <a:cubicBezTo>
                  <a:pt x="1871" y="16"/>
                  <a:pt x="1880" y="21"/>
                  <a:pt x="1888" y="27"/>
                </a:cubicBezTo>
                <a:cubicBezTo>
                  <a:pt x="1897" y="32"/>
                  <a:pt x="1905" y="39"/>
                  <a:pt x="1913" y="46"/>
                </a:cubicBezTo>
                <a:cubicBezTo>
                  <a:pt x="1920" y="54"/>
                  <a:pt x="1926" y="62"/>
                  <a:pt x="1932" y="70"/>
                </a:cubicBezTo>
                <a:cubicBezTo>
                  <a:pt x="1938" y="79"/>
                  <a:pt x="1943" y="88"/>
                  <a:pt x="1947" y="98"/>
                </a:cubicBezTo>
                <a:cubicBezTo>
                  <a:pt x="1951" y="107"/>
                  <a:pt x="1954" y="117"/>
                  <a:pt x="1956" y="128"/>
                </a:cubicBezTo>
                <a:cubicBezTo>
                  <a:pt x="1958" y="138"/>
                  <a:pt x="1959" y="148"/>
                  <a:pt x="1959" y="158"/>
                </a:cubicBezTo>
                <a:lnTo>
                  <a:pt x="1959" y="874"/>
                </a:lnTo>
                <a:cubicBezTo>
                  <a:pt x="1959" y="884"/>
                  <a:pt x="1958" y="895"/>
                  <a:pt x="1956" y="905"/>
                </a:cubicBezTo>
                <a:cubicBezTo>
                  <a:pt x="1954" y="915"/>
                  <a:pt x="1951" y="925"/>
                  <a:pt x="1947" y="935"/>
                </a:cubicBezTo>
                <a:cubicBezTo>
                  <a:pt x="1943" y="944"/>
                  <a:pt x="1938" y="953"/>
                  <a:pt x="1932" y="962"/>
                </a:cubicBezTo>
                <a:cubicBezTo>
                  <a:pt x="1926" y="971"/>
                  <a:pt x="1920" y="979"/>
                  <a:pt x="1913" y="986"/>
                </a:cubicBezTo>
                <a:cubicBezTo>
                  <a:pt x="1905" y="993"/>
                  <a:pt x="1897" y="1000"/>
                  <a:pt x="1888" y="1006"/>
                </a:cubicBezTo>
                <a:cubicBezTo>
                  <a:pt x="1880" y="1012"/>
                  <a:pt x="1871" y="1017"/>
                  <a:pt x="1861" y="1021"/>
                </a:cubicBezTo>
                <a:cubicBezTo>
                  <a:pt x="1851" y="1025"/>
                  <a:pt x="1841" y="1028"/>
                  <a:pt x="1831" y="1030"/>
                </a:cubicBezTo>
                <a:cubicBezTo>
                  <a:pt x="1821" y="1032"/>
                  <a:pt x="1811" y="1033"/>
                  <a:pt x="1800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65" name=""/>
          <p:cNvSpPr txBox="1"/>
          <p:nvPr/>
        </p:nvSpPr>
        <p:spPr>
          <a:xfrm>
            <a:off x="641520" y="4734000"/>
            <a:ext cx="5053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Source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」でブランチを選択（通常は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5784120" y="483480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7" name=""/>
          <p:cNvSpPr txBox="1"/>
          <p:nvPr/>
        </p:nvSpPr>
        <p:spPr>
          <a:xfrm>
            <a:off x="6394320" y="47340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68" name=""/>
          <p:cNvSpPr/>
          <p:nvPr/>
        </p:nvSpPr>
        <p:spPr>
          <a:xfrm>
            <a:off x="2581200" y="5238720"/>
            <a:ext cx="5220000" cy="371520"/>
          </a:xfrm>
          <a:custGeom>
            <a:avLst/>
            <a:gdLst/>
            <a:ahLst/>
            <a:rect l="0" t="0" r="r" b="b"/>
            <a:pathLst>
              <a:path w="14500" h="1032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1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9" y="16"/>
                  <a:pt x="99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14341" y="0"/>
                </a:lnTo>
                <a:cubicBezTo>
                  <a:pt x="14352" y="0"/>
                  <a:pt x="14362" y="1"/>
                  <a:pt x="14372" y="3"/>
                </a:cubicBezTo>
                <a:cubicBezTo>
                  <a:pt x="14382" y="5"/>
                  <a:pt x="14392" y="8"/>
                  <a:pt x="14402" y="12"/>
                </a:cubicBezTo>
                <a:cubicBezTo>
                  <a:pt x="14412" y="16"/>
                  <a:pt x="14421" y="21"/>
                  <a:pt x="14429" y="26"/>
                </a:cubicBezTo>
                <a:cubicBezTo>
                  <a:pt x="14438" y="32"/>
                  <a:pt x="14446" y="39"/>
                  <a:pt x="14453" y="46"/>
                </a:cubicBezTo>
                <a:cubicBezTo>
                  <a:pt x="14461" y="53"/>
                  <a:pt x="14467" y="61"/>
                  <a:pt x="14473" y="70"/>
                </a:cubicBezTo>
                <a:cubicBezTo>
                  <a:pt x="14479" y="79"/>
                  <a:pt x="14484" y="88"/>
                  <a:pt x="14488" y="98"/>
                </a:cubicBezTo>
                <a:cubicBezTo>
                  <a:pt x="14492" y="107"/>
                  <a:pt x="14495" y="117"/>
                  <a:pt x="14497" y="127"/>
                </a:cubicBezTo>
                <a:cubicBezTo>
                  <a:pt x="14499" y="138"/>
                  <a:pt x="14500" y="148"/>
                  <a:pt x="14500" y="158"/>
                </a:cubicBezTo>
                <a:lnTo>
                  <a:pt x="14500" y="874"/>
                </a:lnTo>
                <a:cubicBezTo>
                  <a:pt x="14500" y="884"/>
                  <a:pt x="14499" y="894"/>
                  <a:pt x="14497" y="905"/>
                </a:cubicBezTo>
                <a:cubicBezTo>
                  <a:pt x="14495" y="915"/>
                  <a:pt x="14492" y="925"/>
                  <a:pt x="14488" y="934"/>
                </a:cubicBezTo>
                <a:cubicBezTo>
                  <a:pt x="14484" y="944"/>
                  <a:pt x="14479" y="953"/>
                  <a:pt x="14473" y="962"/>
                </a:cubicBezTo>
                <a:cubicBezTo>
                  <a:pt x="14467" y="971"/>
                  <a:pt x="14461" y="979"/>
                  <a:pt x="14453" y="986"/>
                </a:cubicBezTo>
                <a:cubicBezTo>
                  <a:pt x="14446" y="993"/>
                  <a:pt x="14438" y="1000"/>
                  <a:pt x="14429" y="1006"/>
                </a:cubicBezTo>
                <a:cubicBezTo>
                  <a:pt x="14421" y="1011"/>
                  <a:pt x="14412" y="1016"/>
                  <a:pt x="14402" y="1020"/>
                </a:cubicBezTo>
                <a:cubicBezTo>
                  <a:pt x="14392" y="1024"/>
                  <a:pt x="14382" y="1027"/>
                  <a:pt x="14372" y="1029"/>
                </a:cubicBezTo>
                <a:cubicBezTo>
                  <a:pt x="14362" y="1031"/>
                  <a:pt x="14352" y="1032"/>
                  <a:pt x="14341" y="1032"/>
                </a:cubicBezTo>
                <a:lnTo>
                  <a:pt x="159" y="1032"/>
                </a:lnTo>
                <a:cubicBezTo>
                  <a:pt x="149" y="1032"/>
                  <a:pt x="139" y="1031"/>
                  <a:pt x="128" y="1029"/>
                </a:cubicBezTo>
                <a:cubicBezTo>
                  <a:pt x="118" y="1027"/>
                  <a:pt x="108" y="1024"/>
                  <a:pt x="99" y="1020"/>
                </a:cubicBezTo>
                <a:cubicBezTo>
                  <a:pt x="89" y="1016"/>
                  <a:pt x="79" y="1011"/>
                  <a:pt x="70" y="1006"/>
                </a:cubicBezTo>
                <a:cubicBezTo>
                  <a:pt x="62" y="1000"/>
                  <a:pt x="54" y="993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69" name=""/>
          <p:cNvSpPr txBox="1"/>
          <p:nvPr/>
        </p:nvSpPr>
        <p:spPr>
          <a:xfrm>
            <a:off x="641520" y="5229360"/>
            <a:ext cx="1947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保存すると、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2673720" y="533016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https://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3706560" y="529236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ユーザー名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4880520" y="5330160"/>
            <a:ext cx="142020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.github.io/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6300360" y="529236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リポジトリ名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7803000" y="522936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でアクセス可能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8" name=""/>
          <p:cNvSpPr/>
          <p:nvPr/>
        </p:nvSpPr>
        <p:spPr>
          <a:xfrm>
            <a:off x="385560" y="1985760"/>
            <a:ext cx="11421000" cy="2210040"/>
          </a:xfrm>
          <a:custGeom>
            <a:avLst/>
            <a:gdLst/>
            <a:ahLst/>
            <a:rect l="0" t="0" r="r" b="b"/>
            <a:pathLst>
              <a:path w="31725" h="6139">
                <a:moveTo>
                  <a:pt x="0" y="599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5994"/>
                </a:lnTo>
                <a:cubicBezTo>
                  <a:pt x="31725" y="6003"/>
                  <a:pt x="31724" y="6013"/>
                  <a:pt x="31722" y="6022"/>
                </a:cubicBezTo>
                <a:cubicBezTo>
                  <a:pt x="31720" y="6032"/>
                  <a:pt x="31717" y="6041"/>
                  <a:pt x="31714" y="6050"/>
                </a:cubicBezTo>
                <a:cubicBezTo>
                  <a:pt x="31710" y="6058"/>
                  <a:pt x="31705" y="6067"/>
                  <a:pt x="31700" y="6075"/>
                </a:cubicBezTo>
                <a:cubicBezTo>
                  <a:pt x="31695" y="6083"/>
                  <a:pt x="31689" y="6090"/>
                  <a:pt x="31682" y="6097"/>
                </a:cubicBezTo>
                <a:cubicBezTo>
                  <a:pt x="31675" y="6104"/>
                  <a:pt x="31668" y="6110"/>
                  <a:pt x="31660" y="6115"/>
                </a:cubicBezTo>
                <a:cubicBezTo>
                  <a:pt x="31652" y="6120"/>
                  <a:pt x="31644" y="6125"/>
                  <a:pt x="31635" y="6128"/>
                </a:cubicBezTo>
                <a:cubicBezTo>
                  <a:pt x="31626" y="6132"/>
                  <a:pt x="31617" y="6135"/>
                  <a:pt x="31607" y="6137"/>
                </a:cubicBezTo>
                <a:cubicBezTo>
                  <a:pt x="31598" y="6138"/>
                  <a:pt x="31589" y="6139"/>
                  <a:pt x="31579" y="6139"/>
                </a:cubicBezTo>
                <a:lnTo>
                  <a:pt x="146" y="6139"/>
                </a:lnTo>
                <a:cubicBezTo>
                  <a:pt x="136" y="6139"/>
                  <a:pt x="127" y="6138"/>
                  <a:pt x="117" y="6137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5"/>
                  <a:pt x="73" y="6120"/>
                  <a:pt x="65" y="6115"/>
                </a:cubicBezTo>
                <a:cubicBezTo>
                  <a:pt x="57" y="6110"/>
                  <a:pt x="49" y="6104"/>
                  <a:pt x="43" y="6097"/>
                </a:cubicBezTo>
                <a:cubicBezTo>
                  <a:pt x="36" y="6090"/>
                  <a:pt x="30" y="6083"/>
                  <a:pt x="25" y="6075"/>
                </a:cubicBezTo>
                <a:cubicBezTo>
                  <a:pt x="19" y="6067"/>
                  <a:pt x="15" y="6058"/>
                  <a:pt x="11" y="6050"/>
                </a:cubicBezTo>
                <a:cubicBezTo>
                  <a:pt x="7" y="6041"/>
                  <a:pt x="5" y="6032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79" name=""/>
          <p:cNvSpPr/>
          <p:nvPr/>
        </p:nvSpPr>
        <p:spPr>
          <a:xfrm>
            <a:off x="385560" y="1985760"/>
            <a:ext cx="11421000" cy="2210040"/>
          </a:xfrm>
          <a:custGeom>
            <a:avLst/>
            <a:gdLst/>
            <a:ahLst/>
            <a:rect l="0" t="0" r="r" b="b"/>
            <a:pathLst>
              <a:path w="31725" h="6139">
                <a:moveTo>
                  <a:pt x="0" y="5994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5994"/>
                </a:lnTo>
                <a:cubicBezTo>
                  <a:pt x="31725" y="6003"/>
                  <a:pt x="31724" y="6013"/>
                  <a:pt x="31722" y="6022"/>
                </a:cubicBezTo>
                <a:cubicBezTo>
                  <a:pt x="31720" y="6032"/>
                  <a:pt x="31717" y="6041"/>
                  <a:pt x="31714" y="6050"/>
                </a:cubicBezTo>
                <a:cubicBezTo>
                  <a:pt x="31710" y="6058"/>
                  <a:pt x="31705" y="6067"/>
                  <a:pt x="31700" y="6075"/>
                </a:cubicBezTo>
                <a:cubicBezTo>
                  <a:pt x="31695" y="6083"/>
                  <a:pt x="31689" y="6090"/>
                  <a:pt x="31682" y="6097"/>
                </a:cubicBezTo>
                <a:cubicBezTo>
                  <a:pt x="31675" y="6104"/>
                  <a:pt x="31668" y="6110"/>
                  <a:pt x="31660" y="6115"/>
                </a:cubicBezTo>
                <a:cubicBezTo>
                  <a:pt x="31652" y="6120"/>
                  <a:pt x="31644" y="6125"/>
                  <a:pt x="31635" y="6128"/>
                </a:cubicBezTo>
                <a:cubicBezTo>
                  <a:pt x="31626" y="6132"/>
                  <a:pt x="31617" y="6135"/>
                  <a:pt x="31607" y="6137"/>
                </a:cubicBezTo>
                <a:cubicBezTo>
                  <a:pt x="31598" y="6138"/>
                  <a:pt x="31589" y="6139"/>
                  <a:pt x="31579" y="6139"/>
                </a:cubicBezTo>
                <a:lnTo>
                  <a:pt x="146" y="6139"/>
                </a:lnTo>
                <a:cubicBezTo>
                  <a:pt x="136" y="6139"/>
                  <a:pt x="127" y="6138"/>
                  <a:pt x="117" y="6137"/>
                </a:cubicBezTo>
                <a:cubicBezTo>
                  <a:pt x="108" y="6135"/>
                  <a:pt x="99" y="6132"/>
                  <a:pt x="90" y="6128"/>
                </a:cubicBezTo>
                <a:cubicBezTo>
                  <a:pt x="81" y="6125"/>
                  <a:pt x="73" y="6120"/>
                  <a:pt x="65" y="6115"/>
                </a:cubicBezTo>
                <a:cubicBezTo>
                  <a:pt x="57" y="6110"/>
                  <a:pt x="49" y="6104"/>
                  <a:pt x="43" y="6097"/>
                </a:cubicBezTo>
                <a:cubicBezTo>
                  <a:pt x="36" y="6090"/>
                  <a:pt x="30" y="6083"/>
                  <a:pt x="25" y="6075"/>
                </a:cubicBezTo>
                <a:cubicBezTo>
                  <a:pt x="19" y="6067"/>
                  <a:pt x="15" y="6058"/>
                  <a:pt x="11" y="6050"/>
                </a:cubicBezTo>
                <a:cubicBezTo>
                  <a:pt x="7" y="6041"/>
                  <a:pt x="5" y="6032"/>
                  <a:pt x="3" y="6022"/>
                </a:cubicBezTo>
                <a:cubicBezTo>
                  <a:pt x="1" y="6013"/>
                  <a:pt x="0" y="6003"/>
                  <a:pt x="0" y="599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0" name=""/>
          <p:cNvSpPr txBox="1"/>
          <p:nvPr/>
        </p:nvSpPr>
        <p:spPr>
          <a:xfrm>
            <a:off x="380880" y="1481760"/>
            <a:ext cx="260676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静的サイトの公開例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542880" y="217836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HTML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2" name=""/>
          <p:cNvSpPr txBox="1"/>
          <p:nvPr/>
        </p:nvSpPr>
        <p:spPr>
          <a:xfrm>
            <a:off x="1317600" y="2140200"/>
            <a:ext cx="16437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ファイルを作成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3" name=""/>
          <p:cNvSpPr txBox="1"/>
          <p:nvPr/>
        </p:nvSpPr>
        <p:spPr>
          <a:xfrm>
            <a:off x="542880" y="2444760"/>
            <a:ext cx="50331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echo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"&lt;h1&gt;My Website&lt;/h1&gt;"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&gt; index.html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542880" y="29880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801000" y="2949840"/>
            <a:ext cx="2347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コミットしてプッシュ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542880" y="3254400"/>
            <a:ext cx="2323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 index.html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542880" y="3530880"/>
            <a:ext cx="2323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commit -m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"Web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2866680" y="349272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0a3069"/>
                </a:solidFill>
                <a:effectLst/>
                <a:uFillTx/>
                <a:latin typeface="BIZ-UDGothic"/>
                <a:ea typeface="BIZ-UDGothic"/>
              </a:rPr>
              <a:t>サイトを追加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4275360" y="353088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542880" y="379764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push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1" name=""/>
          <p:cNvSpPr/>
          <p:nvPr/>
        </p:nvSpPr>
        <p:spPr>
          <a:xfrm>
            <a:off x="380880" y="5019480"/>
            <a:ext cx="1352880" cy="371880"/>
          </a:xfrm>
          <a:custGeom>
            <a:avLst/>
            <a:gdLst/>
            <a:ahLst/>
            <a:rect l="0" t="0" r="r" b="b"/>
            <a:pathLst>
              <a:path w="3758" h="1033">
                <a:moveTo>
                  <a:pt x="0" y="87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599" y="0"/>
                </a:lnTo>
                <a:cubicBezTo>
                  <a:pt x="3610" y="0"/>
                  <a:pt x="3620" y="1"/>
                  <a:pt x="3630" y="3"/>
                </a:cubicBezTo>
                <a:cubicBezTo>
                  <a:pt x="3640" y="5"/>
                  <a:pt x="3650" y="8"/>
                  <a:pt x="3660" y="12"/>
                </a:cubicBezTo>
                <a:cubicBezTo>
                  <a:pt x="3670" y="16"/>
                  <a:pt x="3679" y="21"/>
                  <a:pt x="3687" y="27"/>
                </a:cubicBezTo>
                <a:cubicBezTo>
                  <a:pt x="3696" y="33"/>
                  <a:pt x="3704" y="39"/>
                  <a:pt x="3711" y="47"/>
                </a:cubicBezTo>
                <a:cubicBezTo>
                  <a:pt x="3719" y="54"/>
                  <a:pt x="3725" y="62"/>
                  <a:pt x="3731" y="71"/>
                </a:cubicBezTo>
                <a:cubicBezTo>
                  <a:pt x="3737" y="79"/>
                  <a:pt x="3742" y="88"/>
                  <a:pt x="3746" y="98"/>
                </a:cubicBezTo>
                <a:cubicBezTo>
                  <a:pt x="3750" y="108"/>
                  <a:pt x="3753" y="118"/>
                  <a:pt x="3755" y="128"/>
                </a:cubicBezTo>
                <a:cubicBezTo>
                  <a:pt x="3757" y="138"/>
                  <a:pt x="3758" y="148"/>
                  <a:pt x="3758" y="159"/>
                </a:cubicBezTo>
                <a:lnTo>
                  <a:pt x="3758" y="873"/>
                </a:lnTo>
                <a:cubicBezTo>
                  <a:pt x="3758" y="884"/>
                  <a:pt x="3757" y="894"/>
                  <a:pt x="3755" y="904"/>
                </a:cubicBezTo>
                <a:cubicBezTo>
                  <a:pt x="3753" y="914"/>
                  <a:pt x="3750" y="924"/>
                  <a:pt x="3746" y="934"/>
                </a:cubicBezTo>
                <a:cubicBezTo>
                  <a:pt x="3742" y="944"/>
                  <a:pt x="3737" y="953"/>
                  <a:pt x="3731" y="961"/>
                </a:cubicBezTo>
                <a:cubicBezTo>
                  <a:pt x="3725" y="970"/>
                  <a:pt x="3719" y="978"/>
                  <a:pt x="3711" y="985"/>
                </a:cubicBezTo>
                <a:cubicBezTo>
                  <a:pt x="3704" y="993"/>
                  <a:pt x="3696" y="999"/>
                  <a:pt x="3687" y="1005"/>
                </a:cubicBezTo>
                <a:cubicBezTo>
                  <a:pt x="3679" y="1012"/>
                  <a:pt x="3670" y="1017"/>
                  <a:pt x="3660" y="1021"/>
                </a:cubicBezTo>
                <a:cubicBezTo>
                  <a:pt x="3650" y="1025"/>
                  <a:pt x="3640" y="1028"/>
                  <a:pt x="3630" y="1030"/>
                </a:cubicBezTo>
                <a:cubicBezTo>
                  <a:pt x="3620" y="1032"/>
                  <a:pt x="3610" y="1033"/>
                  <a:pt x="3599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5"/>
                </a:cubicBezTo>
                <a:cubicBezTo>
                  <a:pt x="62" y="999"/>
                  <a:pt x="54" y="993"/>
                  <a:pt x="46" y="985"/>
                </a:cubicBezTo>
                <a:cubicBezTo>
                  <a:pt x="39" y="978"/>
                  <a:pt x="32" y="970"/>
                  <a:pt x="27" y="961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4"/>
                  <a:pt x="5" y="914"/>
                  <a:pt x="3" y="904"/>
                </a:cubicBezTo>
                <a:cubicBezTo>
                  <a:pt x="1" y="894"/>
                  <a:pt x="0" y="884"/>
                  <a:pt x="0" y="87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592" name=""/>
          <p:cNvSpPr txBox="1"/>
          <p:nvPr/>
        </p:nvSpPr>
        <p:spPr>
          <a:xfrm>
            <a:off x="380880" y="4439520"/>
            <a:ext cx="331272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README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ファイルの活⽤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3" name=""/>
          <p:cNvSpPr txBox="1"/>
          <p:nvPr/>
        </p:nvSpPr>
        <p:spPr>
          <a:xfrm>
            <a:off x="474840" y="511128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README.md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1730880" y="5010120"/>
            <a:ext cx="9103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ファイルは、リポジトリの説明や使い⽅を記載する重要なファイルです。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8" name=""/>
          <p:cNvSpPr/>
          <p:nvPr/>
        </p:nvSpPr>
        <p:spPr>
          <a:xfrm>
            <a:off x="385560" y="1099800"/>
            <a:ext cx="11421000" cy="2477160"/>
          </a:xfrm>
          <a:custGeom>
            <a:avLst/>
            <a:gdLst/>
            <a:ahLst/>
            <a:rect l="0" t="0" r="r" b="b"/>
            <a:pathLst>
              <a:path w="31725" h="6881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2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8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6735"/>
                </a:lnTo>
                <a:cubicBezTo>
                  <a:pt x="31725" y="6745"/>
                  <a:pt x="31724" y="6754"/>
                  <a:pt x="31722" y="6763"/>
                </a:cubicBezTo>
                <a:cubicBezTo>
                  <a:pt x="31720" y="6773"/>
                  <a:pt x="31717" y="6782"/>
                  <a:pt x="31714" y="6791"/>
                </a:cubicBezTo>
                <a:cubicBezTo>
                  <a:pt x="31710" y="6800"/>
                  <a:pt x="31705" y="6808"/>
                  <a:pt x="31700" y="6816"/>
                </a:cubicBezTo>
                <a:cubicBezTo>
                  <a:pt x="31695" y="6824"/>
                  <a:pt x="31689" y="6831"/>
                  <a:pt x="31682" y="6838"/>
                </a:cubicBezTo>
                <a:cubicBezTo>
                  <a:pt x="31675" y="6845"/>
                  <a:pt x="31668" y="6851"/>
                  <a:pt x="31660" y="6856"/>
                </a:cubicBezTo>
                <a:cubicBezTo>
                  <a:pt x="31652" y="6861"/>
                  <a:pt x="31644" y="6866"/>
                  <a:pt x="31635" y="6870"/>
                </a:cubicBezTo>
                <a:cubicBezTo>
                  <a:pt x="31626" y="6873"/>
                  <a:pt x="31617" y="6876"/>
                  <a:pt x="31607" y="6878"/>
                </a:cubicBezTo>
                <a:cubicBezTo>
                  <a:pt x="31598" y="6880"/>
                  <a:pt x="31589" y="6881"/>
                  <a:pt x="31579" y="6881"/>
                </a:cubicBezTo>
                <a:lnTo>
                  <a:pt x="146" y="6881"/>
                </a:lnTo>
                <a:cubicBezTo>
                  <a:pt x="136" y="6881"/>
                  <a:pt x="127" y="6880"/>
                  <a:pt x="117" y="6878"/>
                </a:cubicBezTo>
                <a:cubicBezTo>
                  <a:pt x="108" y="6876"/>
                  <a:pt x="99" y="6873"/>
                  <a:pt x="90" y="6870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5" y="6816"/>
                </a:cubicBezTo>
                <a:cubicBezTo>
                  <a:pt x="19" y="6808"/>
                  <a:pt x="15" y="6800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5"/>
                  <a:pt x="0" y="673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99" name=""/>
          <p:cNvSpPr/>
          <p:nvPr/>
        </p:nvSpPr>
        <p:spPr>
          <a:xfrm>
            <a:off x="385560" y="1099800"/>
            <a:ext cx="11421000" cy="2477160"/>
          </a:xfrm>
          <a:custGeom>
            <a:avLst/>
            <a:gdLst/>
            <a:ahLst/>
            <a:rect l="0" t="0" r="r" b="b"/>
            <a:pathLst>
              <a:path w="31725" h="6881">
                <a:moveTo>
                  <a:pt x="0" y="6735"/>
                </a:moveTo>
                <a:lnTo>
                  <a:pt x="0" y="146"/>
                </a:ln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2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2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8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6735"/>
                </a:lnTo>
                <a:cubicBezTo>
                  <a:pt x="31725" y="6745"/>
                  <a:pt x="31724" y="6754"/>
                  <a:pt x="31722" y="6763"/>
                </a:cubicBezTo>
                <a:cubicBezTo>
                  <a:pt x="31720" y="6773"/>
                  <a:pt x="31717" y="6782"/>
                  <a:pt x="31714" y="6791"/>
                </a:cubicBezTo>
                <a:cubicBezTo>
                  <a:pt x="31710" y="6800"/>
                  <a:pt x="31705" y="6808"/>
                  <a:pt x="31700" y="6816"/>
                </a:cubicBezTo>
                <a:cubicBezTo>
                  <a:pt x="31695" y="6824"/>
                  <a:pt x="31689" y="6831"/>
                  <a:pt x="31682" y="6838"/>
                </a:cubicBezTo>
                <a:cubicBezTo>
                  <a:pt x="31675" y="6845"/>
                  <a:pt x="31668" y="6851"/>
                  <a:pt x="31660" y="6856"/>
                </a:cubicBezTo>
                <a:cubicBezTo>
                  <a:pt x="31652" y="6861"/>
                  <a:pt x="31644" y="6866"/>
                  <a:pt x="31635" y="6870"/>
                </a:cubicBezTo>
                <a:cubicBezTo>
                  <a:pt x="31626" y="6873"/>
                  <a:pt x="31617" y="6876"/>
                  <a:pt x="31607" y="6878"/>
                </a:cubicBezTo>
                <a:cubicBezTo>
                  <a:pt x="31598" y="6880"/>
                  <a:pt x="31589" y="6881"/>
                  <a:pt x="31579" y="6881"/>
                </a:cubicBezTo>
                <a:lnTo>
                  <a:pt x="146" y="6881"/>
                </a:lnTo>
                <a:cubicBezTo>
                  <a:pt x="136" y="6881"/>
                  <a:pt x="127" y="6880"/>
                  <a:pt x="117" y="6878"/>
                </a:cubicBezTo>
                <a:cubicBezTo>
                  <a:pt x="108" y="6876"/>
                  <a:pt x="99" y="6873"/>
                  <a:pt x="90" y="6870"/>
                </a:cubicBezTo>
                <a:cubicBezTo>
                  <a:pt x="81" y="6866"/>
                  <a:pt x="73" y="6861"/>
                  <a:pt x="65" y="6856"/>
                </a:cubicBezTo>
                <a:cubicBezTo>
                  <a:pt x="57" y="6851"/>
                  <a:pt x="49" y="6845"/>
                  <a:pt x="43" y="6838"/>
                </a:cubicBezTo>
                <a:cubicBezTo>
                  <a:pt x="36" y="6831"/>
                  <a:pt x="30" y="6824"/>
                  <a:pt x="25" y="6816"/>
                </a:cubicBezTo>
                <a:cubicBezTo>
                  <a:pt x="19" y="6808"/>
                  <a:pt x="15" y="6800"/>
                  <a:pt x="11" y="6791"/>
                </a:cubicBezTo>
                <a:cubicBezTo>
                  <a:pt x="7" y="6782"/>
                  <a:pt x="5" y="6773"/>
                  <a:pt x="3" y="6763"/>
                </a:cubicBezTo>
                <a:cubicBezTo>
                  <a:pt x="1" y="6754"/>
                  <a:pt x="0" y="6745"/>
                  <a:pt x="0" y="673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380880" y="595800"/>
            <a:ext cx="258408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README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の基本構造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542880" y="1292400"/>
            <a:ext cx="258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801000" y="1254240"/>
            <a:ext cx="16437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850" strike="noStrike" u="none">
                <a:solidFill>
                  <a:srgbClr val="0550ae"/>
                </a:solidFill>
                <a:effectLst/>
                <a:uFillTx/>
                <a:latin typeface="BIZUDGothic"/>
                <a:ea typeface="BIZUDGothic"/>
              </a:rPr>
              <a:t>プロジェクト名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542880" y="183528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##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930240" y="1797120"/>
            <a:ext cx="47016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850" strike="noStrike" u="none">
                <a:solidFill>
                  <a:srgbClr val="0550ae"/>
                </a:solidFill>
                <a:effectLst/>
                <a:uFillTx/>
                <a:latin typeface="BIZUDGothic"/>
                <a:ea typeface="BIZUDGothic"/>
              </a:rPr>
              <a:t>概要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542880" y="2063880"/>
            <a:ext cx="211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プロジェクトの説明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542880" y="26449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## 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930240" y="2606760"/>
            <a:ext cx="1878120" cy="2595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ja-JP" sz="1850" strike="noStrike" u="none">
                <a:solidFill>
                  <a:srgbClr val="0550ae"/>
                </a:solidFill>
                <a:effectLst/>
                <a:uFillTx/>
                <a:latin typeface="BIZUDGothic"/>
                <a:ea typeface="BIZUDGothic"/>
              </a:rPr>
              <a:t>インストール方法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542880" y="291168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```bash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542880" y="3178440"/>
            <a:ext cx="37429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git clone https://github.com/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4286520" y="3140280"/>
            <a:ext cx="1174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ユーザー名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5460480" y="3178440"/>
            <a:ext cx="2343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/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5589720" y="3140280"/>
            <a:ext cx="14090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85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リポジトリ名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6998400" y="317844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.git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380880" y="3831840"/>
            <a:ext cx="1079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使い⽅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380880" y="456264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使⽤⽅法の説明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380880" y="5184360"/>
            <a:ext cx="179892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ライセンス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380880" y="5915160"/>
            <a:ext cx="1501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MIT License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1" name=""/>
          <p:cNvSpPr/>
          <p:nvPr/>
        </p:nvSpPr>
        <p:spPr>
          <a:xfrm>
            <a:off x="385560" y="2919240"/>
            <a:ext cx="11421000" cy="3286440"/>
          </a:xfrm>
          <a:custGeom>
            <a:avLst/>
            <a:gdLst/>
            <a:ahLst/>
            <a:rect l="0" t="0" r="r" b="b"/>
            <a:pathLst>
              <a:path w="31725" h="9129">
                <a:moveTo>
                  <a:pt x="0" y="898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8984"/>
                </a:lnTo>
                <a:cubicBezTo>
                  <a:pt x="31725" y="8993"/>
                  <a:pt x="31724" y="9003"/>
                  <a:pt x="31722" y="9012"/>
                </a:cubicBezTo>
                <a:cubicBezTo>
                  <a:pt x="31720" y="9021"/>
                  <a:pt x="31717" y="9030"/>
                  <a:pt x="31714" y="9039"/>
                </a:cubicBezTo>
                <a:cubicBezTo>
                  <a:pt x="31710" y="9048"/>
                  <a:pt x="31705" y="9056"/>
                  <a:pt x="31700" y="9064"/>
                </a:cubicBezTo>
                <a:cubicBezTo>
                  <a:pt x="31695" y="9072"/>
                  <a:pt x="31689" y="9080"/>
                  <a:pt x="31682" y="9086"/>
                </a:cubicBezTo>
                <a:cubicBezTo>
                  <a:pt x="31675" y="9093"/>
                  <a:pt x="31668" y="9099"/>
                  <a:pt x="31660" y="9105"/>
                </a:cubicBezTo>
                <a:cubicBezTo>
                  <a:pt x="31652" y="9110"/>
                  <a:pt x="31644" y="9114"/>
                  <a:pt x="31635" y="9118"/>
                </a:cubicBezTo>
                <a:cubicBezTo>
                  <a:pt x="31626" y="9122"/>
                  <a:pt x="31617" y="9124"/>
                  <a:pt x="31607" y="9126"/>
                </a:cubicBezTo>
                <a:cubicBezTo>
                  <a:pt x="31598" y="9128"/>
                  <a:pt x="31589" y="9129"/>
                  <a:pt x="31579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7" y="9126"/>
                </a:cubicBezTo>
                <a:cubicBezTo>
                  <a:pt x="108" y="9124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80"/>
                  <a:pt x="30" y="9072"/>
                  <a:pt x="25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2" name=""/>
          <p:cNvSpPr/>
          <p:nvPr/>
        </p:nvSpPr>
        <p:spPr>
          <a:xfrm>
            <a:off x="385560" y="2919240"/>
            <a:ext cx="11421000" cy="3286440"/>
          </a:xfrm>
          <a:custGeom>
            <a:avLst/>
            <a:gdLst/>
            <a:ahLst/>
            <a:rect l="0" t="0" r="r" b="b"/>
            <a:pathLst>
              <a:path w="31725" h="9129">
                <a:moveTo>
                  <a:pt x="0" y="8984"/>
                </a:moveTo>
                <a:lnTo>
                  <a:pt x="0" y="145"/>
                </a:ln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19"/>
                  <a:pt x="81" y="15"/>
                  <a:pt x="90" y="11"/>
                </a:cubicBezTo>
                <a:cubicBezTo>
                  <a:pt x="99" y="7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7"/>
                  <a:pt x="31635" y="11"/>
                </a:cubicBezTo>
                <a:cubicBezTo>
                  <a:pt x="31644" y="15"/>
                  <a:pt x="31652" y="19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49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6"/>
                  <a:pt x="31725" y="136"/>
                  <a:pt x="31725" y="145"/>
                </a:cubicBezTo>
                <a:lnTo>
                  <a:pt x="31725" y="8984"/>
                </a:lnTo>
                <a:cubicBezTo>
                  <a:pt x="31725" y="8993"/>
                  <a:pt x="31724" y="9003"/>
                  <a:pt x="31722" y="9012"/>
                </a:cubicBezTo>
                <a:cubicBezTo>
                  <a:pt x="31720" y="9021"/>
                  <a:pt x="31717" y="9030"/>
                  <a:pt x="31714" y="9039"/>
                </a:cubicBezTo>
                <a:cubicBezTo>
                  <a:pt x="31710" y="9048"/>
                  <a:pt x="31705" y="9056"/>
                  <a:pt x="31700" y="9064"/>
                </a:cubicBezTo>
                <a:cubicBezTo>
                  <a:pt x="31695" y="9072"/>
                  <a:pt x="31689" y="9080"/>
                  <a:pt x="31682" y="9086"/>
                </a:cubicBezTo>
                <a:cubicBezTo>
                  <a:pt x="31675" y="9093"/>
                  <a:pt x="31668" y="9099"/>
                  <a:pt x="31660" y="9105"/>
                </a:cubicBezTo>
                <a:cubicBezTo>
                  <a:pt x="31652" y="9110"/>
                  <a:pt x="31644" y="9114"/>
                  <a:pt x="31635" y="9118"/>
                </a:cubicBezTo>
                <a:cubicBezTo>
                  <a:pt x="31626" y="9122"/>
                  <a:pt x="31617" y="9124"/>
                  <a:pt x="31607" y="9126"/>
                </a:cubicBezTo>
                <a:cubicBezTo>
                  <a:pt x="31598" y="9128"/>
                  <a:pt x="31589" y="9129"/>
                  <a:pt x="31579" y="9129"/>
                </a:cubicBezTo>
                <a:lnTo>
                  <a:pt x="146" y="9129"/>
                </a:lnTo>
                <a:cubicBezTo>
                  <a:pt x="136" y="9129"/>
                  <a:pt x="127" y="9128"/>
                  <a:pt x="117" y="9126"/>
                </a:cubicBezTo>
                <a:cubicBezTo>
                  <a:pt x="108" y="9124"/>
                  <a:pt x="99" y="9122"/>
                  <a:pt x="90" y="9118"/>
                </a:cubicBezTo>
                <a:cubicBezTo>
                  <a:pt x="81" y="9114"/>
                  <a:pt x="73" y="9110"/>
                  <a:pt x="65" y="9105"/>
                </a:cubicBezTo>
                <a:cubicBezTo>
                  <a:pt x="57" y="9099"/>
                  <a:pt x="49" y="9093"/>
                  <a:pt x="43" y="9086"/>
                </a:cubicBezTo>
                <a:cubicBezTo>
                  <a:pt x="36" y="9080"/>
                  <a:pt x="30" y="9072"/>
                  <a:pt x="25" y="9064"/>
                </a:cubicBezTo>
                <a:cubicBezTo>
                  <a:pt x="19" y="9056"/>
                  <a:pt x="15" y="9048"/>
                  <a:pt x="11" y="9039"/>
                </a:cubicBezTo>
                <a:cubicBezTo>
                  <a:pt x="7" y="9030"/>
                  <a:pt x="5" y="9021"/>
                  <a:pt x="3" y="9012"/>
                </a:cubicBezTo>
                <a:cubicBezTo>
                  <a:pt x="1" y="9003"/>
                  <a:pt x="0" y="8993"/>
                  <a:pt x="0" y="8984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380880" y="658080"/>
            <a:ext cx="302472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 Actions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の活⽤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380880" y="1228680"/>
            <a:ext cx="8820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 Actions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は、⾃動化されたワークフローを実⾏できる機能です。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5" name=""/>
          <p:cNvSpPr/>
          <p:nvPr/>
        </p:nvSpPr>
        <p:spPr>
          <a:xfrm>
            <a:off x="380880" y="2390760"/>
            <a:ext cx="2514960" cy="371520"/>
          </a:xfrm>
          <a:custGeom>
            <a:avLst/>
            <a:gdLst/>
            <a:ahLst/>
            <a:rect l="0" t="0" r="r" b="b"/>
            <a:pathLst>
              <a:path w="6986" h="1032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7" y="71"/>
                </a:cubicBezTo>
                <a:cubicBezTo>
                  <a:pt x="32" y="62"/>
                  <a:pt x="39" y="53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6827" y="0"/>
                </a:lnTo>
                <a:cubicBezTo>
                  <a:pt x="6838" y="0"/>
                  <a:pt x="6848" y="1"/>
                  <a:pt x="6858" y="3"/>
                </a:cubicBezTo>
                <a:cubicBezTo>
                  <a:pt x="6868" y="5"/>
                  <a:pt x="6878" y="8"/>
                  <a:pt x="6888" y="12"/>
                </a:cubicBezTo>
                <a:cubicBezTo>
                  <a:pt x="6897" y="16"/>
                  <a:pt x="6907" y="21"/>
                  <a:pt x="6915" y="26"/>
                </a:cubicBezTo>
                <a:cubicBezTo>
                  <a:pt x="6924" y="32"/>
                  <a:pt x="6932" y="39"/>
                  <a:pt x="6939" y="46"/>
                </a:cubicBezTo>
                <a:cubicBezTo>
                  <a:pt x="6947" y="53"/>
                  <a:pt x="6953" y="62"/>
                  <a:pt x="6959" y="71"/>
                </a:cubicBezTo>
                <a:cubicBezTo>
                  <a:pt x="6965" y="80"/>
                  <a:pt x="6970" y="89"/>
                  <a:pt x="6974" y="99"/>
                </a:cubicBezTo>
                <a:cubicBezTo>
                  <a:pt x="6978" y="108"/>
                  <a:pt x="6981" y="118"/>
                  <a:pt x="6983" y="128"/>
                </a:cubicBezTo>
                <a:cubicBezTo>
                  <a:pt x="6985" y="139"/>
                  <a:pt x="6986" y="149"/>
                  <a:pt x="6986" y="159"/>
                </a:cubicBezTo>
                <a:lnTo>
                  <a:pt x="6986" y="874"/>
                </a:lnTo>
                <a:cubicBezTo>
                  <a:pt x="6986" y="884"/>
                  <a:pt x="6985" y="894"/>
                  <a:pt x="6983" y="905"/>
                </a:cubicBezTo>
                <a:cubicBezTo>
                  <a:pt x="6981" y="915"/>
                  <a:pt x="6978" y="925"/>
                  <a:pt x="6974" y="934"/>
                </a:cubicBezTo>
                <a:cubicBezTo>
                  <a:pt x="6970" y="944"/>
                  <a:pt x="6965" y="953"/>
                  <a:pt x="6959" y="962"/>
                </a:cubicBezTo>
                <a:cubicBezTo>
                  <a:pt x="6953" y="971"/>
                  <a:pt x="6947" y="979"/>
                  <a:pt x="6939" y="986"/>
                </a:cubicBezTo>
                <a:cubicBezTo>
                  <a:pt x="6932" y="993"/>
                  <a:pt x="6924" y="1000"/>
                  <a:pt x="6915" y="1006"/>
                </a:cubicBezTo>
                <a:cubicBezTo>
                  <a:pt x="6907" y="1011"/>
                  <a:pt x="6897" y="1016"/>
                  <a:pt x="6888" y="1020"/>
                </a:cubicBezTo>
                <a:cubicBezTo>
                  <a:pt x="6878" y="1024"/>
                  <a:pt x="6868" y="1027"/>
                  <a:pt x="6858" y="1029"/>
                </a:cubicBezTo>
                <a:cubicBezTo>
                  <a:pt x="6848" y="1031"/>
                  <a:pt x="6838" y="1032"/>
                  <a:pt x="6827" y="1032"/>
                </a:cubicBezTo>
                <a:lnTo>
                  <a:pt x="159" y="1032"/>
                </a:lnTo>
                <a:cubicBezTo>
                  <a:pt x="148" y="1032"/>
                  <a:pt x="138" y="1031"/>
                  <a:pt x="128" y="1029"/>
                </a:cubicBezTo>
                <a:cubicBezTo>
                  <a:pt x="117" y="1027"/>
                  <a:pt x="107" y="1024"/>
                  <a:pt x="98" y="1020"/>
                </a:cubicBezTo>
                <a:cubicBezTo>
                  <a:pt x="88" y="1016"/>
                  <a:pt x="79" y="1011"/>
                  <a:pt x="70" y="1006"/>
                </a:cubicBezTo>
                <a:cubicBezTo>
                  <a:pt x="62" y="1000"/>
                  <a:pt x="54" y="993"/>
                  <a:pt x="46" y="986"/>
                </a:cubicBezTo>
                <a:cubicBezTo>
                  <a:pt x="39" y="979"/>
                  <a:pt x="32" y="971"/>
                  <a:pt x="27" y="962"/>
                </a:cubicBezTo>
                <a:cubicBezTo>
                  <a:pt x="21" y="953"/>
                  <a:pt x="16" y="944"/>
                  <a:pt x="12" y="934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380880" y="1834200"/>
            <a:ext cx="202752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基本的な使い⽅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474840" y="2482200"/>
            <a:ext cx="2323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.github/workflows/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2892600" y="2381400"/>
            <a:ext cx="4274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フォルダに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YAML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ファイルを作成：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542880" y="311184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name: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CI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542880" y="3654720"/>
            <a:ext cx="3097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on: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[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push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,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pull_request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]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542880" y="4187880"/>
            <a:ext cx="645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jobs: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542880" y="446436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</a:t>
            </a:r>
            <a:r>
              <a:rPr b="0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test: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3" name=""/>
          <p:cNvSpPr txBox="1"/>
          <p:nvPr/>
        </p:nvSpPr>
        <p:spPr>
          <a:xfrm>
            <a:off x="542880" y="4730760"/>
            <a:ext cx="33555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b="0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runs-on: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ubuntu-latest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42880" y="4997520"/>
            <a:ext cx="12913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</a:t>
            </a:r>
            <a:r>
              <a:rPr b="0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steps: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5" name=""/>
          <p:cNvSpPr txBox="1"/>
          <p:nvPr/>
        </p:nvSpPr>
        <p:spPr>
          <a:xfrm>
            <a:off x="542880" y="5274000"/>
            <a:ext cx="42584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</a:t>
            </a:r>
            <a:r>
              <a:rPr b="0" lang="en-US" sz="1850" strike="noStrike" u="none">
                <a:solidFill>
                  <a:srgbClr val="3b2300"/>
                </a:solidFill>
                <a:effectLst/>
                <a:uFillTx/>
                <a:latin typeface="Consolas"/>
                <a:ea typeface="Consolas"/>
              </a:rPr>
              <a:t>-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uses: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actions/checkout@v2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6" name=""/>
          <p:cNvSpPr txBox="1"/>
          <p:nvPr/>
        </p:nvSpPr>
        <p:spPr>
          <a:xfrm>
            <a:off x="542880" y="5540400"/>
            <a:ext cx="2967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</a:t>
            </a:r>
            <a:r>
              <a:rPr b="0" lang="en-US" sz="1850" strike="noStrike" u="none">
                <a:solidFill>
                  <a:srgbClr val="3b2300"/>
                </a:solidFill>
                <a:effectLst/>
                <a:uFillTx/>
                <a:latin typeface="Consolas"/>
                <a:ea typeface="Consolas"/>
              </a:rPr>
              <a:t>-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name: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Run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tests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542880" y="5807160"/>
            <a:ext cx="2710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       </a:t>
            </a:r>
            <a:r>
              <a:rPr b="0" lang="en-US" sz="1850" strike="noStrike" u="none">
                <a:solidFill>
                  <a:srgbClr val="0550ae"/>
                </a:solidFill>
                <a:effectLst/>
                <a:uFillTx/>
                <a:latin typeface="Consolas"/>
                <a:ea typeface="Consolas"/>
              </a:rPr>
              <a:t>run: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npm</a:t>
            </a:r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</a:t>
            </a:r>
            <a:r>
              <a:rPr b="0" lang="en-US" sz="185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test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1" name=""/>
          <p:cNvSpPr/>
          <p:nvPr/>
        </p:nvSpPr>
        <p:spPr>
          <a:xfrm>
            <a:off x="657000" y="1552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8" y="183"/>
                  <a:pt x="285" y="193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380880" y="881640"/>
            <a:ext cx="86940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活⽤例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3" name=""/>
          <p:cNvSpPr/>
          <p:nvPr/>
        </p:nvSpPr>
        <p:spPr>
          <a:xfrm>
            <a:off x="657000" y="2038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2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933480" y="1428840"/>
            <a:ext cx="6759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⾃動テスト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コードをプッシュするたびにテストを実⾏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5" name=""/>
          <p:cNvSpPr/>
          <p:nvPr/>
        </p:nvSpPr>
        <p:spPr>
          <a:xfrm>
            <a:off x="657000" y="25142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7"/>
                </a:moveTo>
                <a:cubicBezTo>
                  <a:pt x="292" y="157"/>
                  <a:pt x="291" y="166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2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3"/>
                  <a:pt x="147" y="293"/>
                </a:cubicBezTo>
                <a:cubicBezTo>
                  <a:pt x="137" y="293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2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2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2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933480" y="1914480"/>
            <a:ext cx="5655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⾃動デプロイ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マージされたら⾃動でデプロイ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933480" y="2390760"/>
            <a:ext cx="5656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コードチェック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コードの品質を⾃動チェック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8" name=""/>
          <p:cNvSpPr txBox="1"/>
          <p:nvPr/>
        </p:nvSpPr>
        <p:spPr>
          <a:xfrm>
            <a:off x="380880" y="3001320"/>
            <a:ext cx="2426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リポジトリの管理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49" name=""/>
          <p:cNvSpPr/>
          <p:nvPr/>
        </p:nvSpPr>
        <p:spPr>
          <a:xfrm>
            <a:off x="657000" y="4286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8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50" name=""/>
          <p:cNvSpPr txBox="1"/>
          <p:nvPr/>
        </p:nvSpPr>
        <p:spPr>
          <a:xfrm>
            <a:off x="380880" y="3615120"/>
            <a:ext cx="231732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リポジトリの設定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1" name=""/>
          <p:cNvSpPr/>
          <p:nvPr/>
        </p:nvSpPr>
        <p:spPr>
          <a:xfrm>
            <a:off x="657000" y="4771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7" y="210"/>
                  <a:pt x="273" y="219"/>
                  <a:pt x="268" y="226"/>
                </a:cubicBezTo>
                <a:cubicBezTo>
                  <a:pt x="262" y="234"/>
                  <a:pt x="256" y="242"/>
                  <a:pt x="250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20" y="272"/>
                  <a:pt x="211" y="276"/>
                  <a:pt x="202" y="281"/>
                </a:cubicBezTo>
                <a:cubicBezTo>
                  <a:pt x="194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6"/>
                  <a:pt x="74" y="272"/>
                  <a:pt x="65" y="267"/>
                </a:cubicBezTo>
                <a:cubicBezTo>
                  <a:pt x="57" y="261"/>
                  <a:pt x="50" y="255"/>
                  <a:pt x="43" y="249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933480" y="4162320"/>
            <a:ext cx="3725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説明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リポジトリの説明を追加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3" name=""/>
          <p:cNvSpPr/>
          <p:nvPr/>
        </p:nvSpPr>
        <p:spPr>
          <a:xfrm>
            <a:off x="657000" y="52480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933480" y="4648320"/>
            <a:ext cx="6483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トピック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関連するトピックを追加して検索性を向上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5" name=""/>
          <p:cNvSpPr/>
          <p:nvPr/>
        </p:nvSpPr>
        <p:spPr>
          <a:xfrm>
            <a:off x="657000" y="57337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0"/>
                  <a:pt x="273" y="219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7" y="292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19"/>
                  <a:pt x="15" y="210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56" name=""/>
          <p:cNvSpPr/>
          <p:nvPr/>
        </p:nvSpPr>
        <p:spPr>
          <a:xfrm>
            <a:off x="933120" y="5619600"/>
            <a:ext cx="1476720" cy="371880"/>
          </a:xfrm>
          <a:custGeom>
            <a:avLst/>
            <a:gdLst/>
            <a:ahLst/>
            <a:rect l="0" t="0" r="r" b="b"/>
            <a:pathLst>
              <a:path w="4102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944" y="0"/>
                </a:lnTo>
                <a:cubicBezTo>
                  <a:pt x="3954" y="0"/>
                  <a:pt x="3964" y="1"/>
                  <a:pt x="3975" y="3"/>
                </a:cubicBezTo>
                <a:cubicBezTo>
                  <a:pt x="3985" y="5"/>
                  <a:pt x="3995" y="8"/>
                  <a:pt x="4004" y="12"/>
                </a:cubicBezTo>
                <a:cubicBezTo>
                  <a:pt x="4014" y="16"/>
                  <a:pt x="4023" y="21"/>
                  <a:pt x="4032" y="27"/>
                </a:cubicBezTo>
                <a:cubicBezTo>
                  <a:pt x="4041" y="32"/>
                  <a:pt x="4049" y="39"/>
                  <a:pt x="4056" y="46"/>
                </a:cubicBezTo>
                <a:cubicBezTo>
                  <a:pt x="4063" y="54"/>
                  <a:pt x="4070" y="62"/>
                  <a:pt x="4076" y="70"/>
                </a:cubicBezTo>
                <a:cubicBezTo>
                  <a:pt x="4081" y="79"/>
                  <a:pt x="4086" y="88"/>
                  <a:pt x="4090" y="98"/>
                </a:cubicBezTo>
                <a:cubicBezTo>
                  <a:pt x="4094" y="108"/>
                  <a:pt x="4097" y="117"/>
                  <a:pt x="4099" y="128"/>
                </a:cubicBezTo>
                <a:cubicBezTo>
                  <a:pt x="4101" y="138"/>
                  <a:pt x="4102" y="148"/>
                  <a:pt x="4102" y="159"/>
                </a:cubicBezTo>
                <a:lnTo>
                  <a:pt x="4102" y="874"/>
                </a:lnTo>
                <a:cubicBezTo>
                  <a:pt x="4102" y="884"/>
                  <a:pt x="4101" y="895"/>
                  <a:pt x="4099" y="905"/>
                </a:cubicBezTo>
                <a:cubicBezTo>
                  <a:pt x="4097" y="915"/>
                  <a:pt x="4094" y="925"/>
                  <a:pt x="4090" y="935"/>
                </a:cubicBezTo>
                <a:cubicBezTo>
                  <a:pt x="4086" y="944"/>
                  <a:pt x="4081" y="954"/>
                  <a:pt x="4076" y="962"/>
                </a:cubicBezTo>
                <a:cubicBezTo>
                  <a:pt x="4070" y="971"/>
                  <a:pt x="4063" y="979"/>
                  <a:pt x="4056" y="986"/>
                </a:cubicBezTo>
                <a:cubicBezTo>
                  <a:pt x="4049" y="994"/>
                  <a:pt x="4041" y="1000"/>
                  <a:pt x="4032" y="1006"/>
                </a:cubicBezTo>
                <a:cubicBezTo>
                  <a:pt x="4023" y="1012"/>
                  <a:pt x="4014" y="1017"/>
                  <a:pt x="4004" y="1021"/>
                </a:cubicBezTo>
                <a:cubicBezTo>
                  <a:pt x="3995" y="1025"/>
                  <a:pt x="3985" y="1028"/>
                  <a:pt x="3975" y="1030"/>
                </a:cubicBezTo>
                <a:cubicBezTo>
                  <a:pt x="3964" y="1032"/>
                  <a:pt x="3954" y="1033"/>
                  <a:pt x="3944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4"/>
                  <a:pt x="16" y="944"/>
                  <a:pt x="13" y="935"/>
                </a:cubicBezTo>
                <a:cubicBezTo>
                  <a:pt x="9" y="925"/>
                  <a:pt x="6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57" name=""/>
          <p:cNvSpPr txBox="1"/>
          <p:nvPr/>
        </p:nvSpPr>
        <p:spPr>
          <a:xfrm>
            <a:off x="933480" y="5124600"/>
            <a:ext cx="4552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ライセンス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適切なライセンスを選択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1027440" y="571140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.gitignore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2412360" y="5610240"/>
            <a:ext cx="2897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不要なファイルを除外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3" name=""/>
          <p:cNvSpPr txBox="1"/>
          <p:nvPr/>
        </p:nvSpPr>
        <p:spPr>
          <a:xfrm>
            <a:off x="380880" y="1262520"/>
            <a:ext cx="260676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ブランチ保護ルール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4" name=""/>
          <p:cNvSpPr/>
          <p:nvPr/>
        </p:nvSpPr>
        <p:spPr>
          <a:xfrm>
            <a:off x="2590560" y="1828440"/>
            <a:ext cx="705240" cy="362520"/>
          </a:xfrm>
          <a:custGeom>
            <a:avLst/>
            <a:gdLst/>
            <a:ahLst/>
            <a:rect l="0" t="0" r="r" b="b"/>
            <a:pathLst>
              <a:path w="1959" h="1007">
                <a:moveTo>
                  <a:pt x="0" y="848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8" y="0"/>
                  <a:pt x="159" y="0"/>
                </a:cubicBezTo>
                <a:lnTo>
                  <a:pt x="1800" y="0"/>
                </a:lnTo>
                <a:cubicBezTo>
                  <a:pt x="1811" y="0"/>
                  <a:pt x="1821" y="2"/>
                  <a:pt x="1831" y="4"/>
                </a:cubicBezTo>
                <a:cubicBezTo>
                  <a:pt x="1842" y="6"/>
                  <a:pt x="1851" y="9"/>
                  <a:pt x="1861" y="13"/>
                </a:cubicBezTo>
                <a:cubicBezTo>
                  <a:pt x="1871" y="17"/>
                  <a:pt x="1880" y="21"/>
                  <a:pt x="1889" y="27"/>
                </a:cubicBezTo>
                <a:cubicBezTo>
                  <a:pt x="1897" y="33"/>
                  <a:pt x="1905" y="40"/>
                  <a:pt x="1913" y="47"/>
                </a:cubicBezTo>
                <a:cubicBezTo>
                  <a:pt x="1920" y="54"/>
                  <a:pt x="1927" y="62"/>
                  <a:pt x="1932" y="71"/>
                </a:cubicBezTo>
                <a:cubicBezTo>
                  <a:pt x="1938" y="80"/>
                  <a:pt x="1943" y="89"/>
                  <a:pt x="1947" y="98"/>
                </a:cubicBezTo>
                <a:cubicBezTo>
                  <a:pt x="1951" y="108"/>
                  <a:pt x="1954" y="118"/>
                  <a:pt x="1956" y="128"/>
                </a:cubicBezTo>
                <a:cubicBezTo>
                  <a:pt x="1958" y="139"/>
                  <a:pt x="1959" y="149"/>
                  <a:pt x="1959" y="159"/>
                </a:cubicBezTo>
                <a:lnTo>
                  <a:pt x="1959" y="848"/>
                </a:lnTo>
                <a:cubicBezTo>
                  <a:pt x="1959" y="859"/>
                  <a:pt x="1958" y="869"/>
                  <a:pt x="1956" y="879"/>
                </a:cubicBezTo>
                <a:cubicBezTo>
                  <a:pt x="1954" y="889"/>
                  <a:pt x="1951" y="899"/>
                  <a:pt x="1947" y="909"/>
                </a:cubicBezTo>
                <a:cubicBezTo>
                  <a:pt x="1943" y="919"/>
                  <a:pt x="1938" y="928"/>
                  <a:pt x="1932" y="936"/>
                </a:cubicBezTo>
                <a:cubicBezTo>
                  <a:pt x="1927" y="945"/>
                  <a:pt x="1920" y="953"/>
                  <a:pt x="1913" y="960"/>
                </a:cubicBezTo>
                <a:cubicBezTo>
                  <a:pt x="1905" y="968"/>
                  <a:pt x="1897" y="974"/>
                  <a:pt x="1889" y="980"/>
                </a:cubicBezTo>
                <a:cubicBezTo>
                  <a:pt x="1880" y="986"/>
                  <a:pt x="1871" y="991"/>
                  <a:pt x="1861" y="995"/>
                </a:cubicBezTo>
                <a:cubicBezTo>
                  <a:pt x="1851" y="999"/>
                  <a:pt x="1842" y="1002"/>
                  <a:pt x="1831" y="1004"/>
                </a:cubicBezTo>
                <a:cubicBezTo>
                  <a:pt x="1821" y="1006"/>
                  <a:pt x="1811" y="1007"/>
                  <a:pt x="1800" y="1007"/>
                </a:cubicBezTo>
                <a:lnTo>
                  <a:pt x="159" y="1007"/>
                </a:lnTo>
                <a:cubicBezTo>
                  <a:pt x="148" y="1007"/>
                  <a:pt x="138" y="1006"/>
                  <a:pt x="128" y="1004"/>
                </a:cubicBezTo>
                <a:cubicBezTo>
                  <a:pt x="118" y="1002"/>
                  <a:pt x="108" y="999"/>
                  <a:pt x="98" y="995"/>
                </a:cubicBezTo>
                <a:cubicBezTo>
                  <a:pt x="89" y="991"/>
                  <a:pt x="79" y="986"/>
                  <a:pt x="71" y="980"/>
                </a:cubicBezTo>
                <a:cubicBezTo>
                  <a:pt x="62" y="974"/>
                  <a:pt x="54" y="968"/>
                  <a:pt x="47" y="960"/>
                </a:cubicBezTo>
                <a:cubicBezTo>
                  <a:pt x="39" y="953"/>
                  <a:pt x="33" y="945"/>
                  <a:pt x="27" y="936"/>
                </a:cubicBezTo>
                <a:cubicBezTo>
                  <a:pt x="21" y="928"/>
                  <a:pt x="16" y="919"/>
                  <a:pt x="12" y="909"/>
                </a:cubicBezTo>
                <a:cubicBezTo>
                  <a:pt x="8" y="899"/>
                  <a:pt x="5" y="889"/>
                  <a:pt x="3" y="879"/>
                </a:cubicBezTo>
                <a:cubicBezTo>
                  <a:pt x="1" y="869"/>
                  <a:pt x="0" y="859"/>
                  <a:pt x="0" y="84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380880" y="180972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重要なブランチ（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2684880" y="192024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3295080" y="180972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など）を保護する設定：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641520" y="2390760"/>
            <a:ext cx="4754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Settings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」→「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Branches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」に移動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641520" y="2876400"/>
            <a:ext cx="3300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Add rule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」をクリック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0" name=""/>
          <p:cNvSpPr/>
          <p:nvPr/>
        </p:nvSpPr>
        <p:spPr>
          <a:xfrm>
            <a:off x="3838320" y="337176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1800" y="0"/>
                </a:lnTo>
                <a:cubicBezTo>
                  <a:pt x="1811" y="0"/>
                  <a:pt x="1821" y="1"/>
                  <a:pt x="1831" y="3"/>
                </a:cubicBezTo>
                <a:cubicBezTo>
                  <a:pt x="1842" y="5"/>
                  <a:pt x="1851" y="8"/>
                  <a:pt x="1861" y="12"/>
                </a:cubicBezTo>
                <a:cubicBezTo>
                  <a:pt x="1871" y="16"/>
                  <a:pt x="1880" y="21"/>
                  <a:pt x="1889" y="27"/>
                </a:cubicBezTo>
                <a:cubicBezTo>
                  <a:pt x="1897" y="32"/>
                  <a:pt x="1905" y="39"/>
                  <a:pt x="1913" y="46"/>
                </a:cubicBezTo>
                <a:cubicBezTo>
                  <a:pt x="1920" y="54"/>
                  <a:pt x="1927" y="62"/>
                  <a:pt x="1932" y="70"/>
                </a:cubicBezTo>
                <a:cubicBezTo>
                  <a:pt x="1938" y="79"/>
                  <a:pt x="1943" y="88"/>
                  <a:pt x="1947" y="98"/>
                </a:cubicBezTo>
                <a:cubicBezTo>
                  <a:pt x="1951" y="107"/>
                  <a:pt x="1954" y="117"/>
                  <a:pt x="1956" y="128"/>
                </a:cubicBezTo>
                <a:cubicBezTo>
                  <a:pt x="1958" y="138"/>
                  <a:pt x="1959" y="148"/>
                  <a:pt x="1959" y="158"/>
                </a:cubicBezTo>
                <a:lnTo>
                  <a:pt x="1959" y="874"/>
                </a:lnTo>
                <a:cubicBezTo>
                  <a:pt x="1959" y="884"/>
                  <a:pt x="1958" y="895"/>
                  <a:pt x="1956" y="905"/>
                </a:cubicBezTo>
                <a:cubicBezTo>
                  <a:pt x="1954" y="915"/>
                  <a:pt x="1951" y="925"/>
                  <a:pt x="1947" y="935"/>
                </a:cubicBezTo>
                <a:cubicBezTo>
                  <a:pt x="1943" y="944"/>
                  <a:pt x="1938" y="953"/>
                  <a:pt x="1932" y="962"/>
                </a:cubicBezTo>
                <a:cubicBezTo>
                  <a:pt x="1927" y="971"/>
                  <a:pt x="1920" y="979"/>
                  <a:pt x="1913" y="986"/>
                </a:cubicBezTo>
                <a:cubicBezTo>
                  <a:pt x="1905" y="993"/>
                  <a:pt x="1897" y="1000"/>
                  <a:pt x="1889" y="1006"/>
                </a:cubicBezTo>
                <a:cubicBezTo>
                  <a:pt x="1880" y="1012"/>
                  <a:pt x="1871" y="1017"/>
                  <a:pt x="1861" y="1021"/>
                </a:cubicBezTo>
                <a:cubicBezTo>
                  <a:pt x="1851" y="1025"/>
                  <a:pt x="1842" y="1028"/>
                  <a:pt x="1831" y="1030"/>
                </a:cubicBezTo>
                <a:cubicBezTo>
                  <a:pt x="1821" y="1032"/>
                  <a:pt x="1811" y="1033"/>
                  <a:pt x="1800" y="1033"/>
                </a:cubicBezTo>
                <a:lnTo>
                  <a:pt x="160" y="1033"/>
                </a:lnTo>
                <a:cubicBezTo>
                  <a:pt x="150" y="1033"/>
                  <a:pt x="139" y="1032"/>
                  <a:pt x="129" y="1030"/>
                </a:cubicBezTo>
                <a:cubicBezTo>
                  <a:pt x="119" y="1028"/>
                  <a:pt x="109" y="1025"/>
                  <a:pt x="98" y="1021"/>
                </a:cubicBezTo>
                <a:cubicBezTo>
                  <a:pt x="89" y="1017"/>
                  <a:pt x="79" y="1012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641520" y="3362400"/>
            <a:ext cx="3189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ブランチ名を指定（例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3928320" y="346320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3" name=""/>
          <p:cNvSpPr txBox="1"/>
          <p:nvPr/>
        </p:nvSpPr>
        <p:spPr>
          <a:xfrm>
            <a:off x="4538520" y="336240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4" name=""/>
          <p:cNvSpPr/>
          <p:nvPr/>
        </p:nvSpPr>
        <p:spPr>
          <a:xfrm>
            <a:off x="1209600" y="44002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7" y="185"/>
                  <a:pt x="284" y="194"/>
                  <a:pt x="281" y="202"/>
                </a:cubicBezTo>
                <a:cubicBezTo>
                  <a:pt x="276" y="211"/>
                  <a:pt x="272" y="220"/>
                  <a:pt x="266" y="228"/>
                </a:cubicBezTo>
                <a:cubicBezTo>
                  <a:pt x="261" y="236"/>
                  <a:pt x="255" y="243"/>
                  <a:pt x="248" y="250"/>
                </a:cubicBezTo>
                <a:cubicBezTo>
                  <a:pt x="241" y="256"/>
                  <a:pt x="234" y="262"/>
                  <a:pt x="226" y="268"/>
                </a:cubicBezTo>
                <a:cubicBezTo>
                  <a:pt x="218" y="273"/>
                  <a:pt x="210" y="278"/>
                  <a:pt x="201" y="281"/>
                </a:cubicBezTo>
                <a:cubicBezTo>
                  <a:pt x="192" y="285"/>
                  <a:pt x="183" y="288"/>
                  <a:pt x="174" y="289"/>
                </a:cubicBezTo>
                <a:cubicBezTo>
                  <a:pt x="164" y="291"/>
                  <a:pt x="155" y="292"/>
                  <a:pt x="145" y="292"/>
                </a:cubicBezTo>
                <a:cubicBezTo>
                  <a:pt x="136" y="292"/>
                  <a:pt x="126" y="291"/>
                  <a:pt x="117" y="289"/>
                </a:cubicBezTo>
                <a:cubicBezTo>
                  <a:pt x="107" y="288"/>
                  <a:pt x="98" y="285"/>
                  <a:pt x="90" y="281"/>
                </a:cubicBezTo>
                <a:cubicBezTo>
                  <a:pt x="81" y="278"/>
                  <a:pt x="72" y="273"/>
                  <a:pt x="64" y="268"/>
                </a:cubicBezTo>
                <a:cubicBezTo>
                  <a:pt x="56" y="262"/>
                  <a:pt x="49" y="256"/>
                  <a:pt x="42" y="250"/>
                </a:cubicBezTo>
                <a:cubicBezTo>
                  <a:pt x="36" y="243"/>
                  <a:pt x="30" y="236"/>
                  <a:pt x="24" y="228"/>
                </a:cubicBezTo>
                <a:cubicBezTo>
                  <a:pt x="19" y="220"/>
                  <a:pt x="14" y="211"/>
                  <a:pt x="11" y="202"/>
                </a:cubicBezTo>
                <a:cubicBezTo>
                  <a:pt x="7" y="194"/>
                  <a:pt x="4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cubicBezTo>
                  <a:pt x="155" y="0"/>
                  <a:pt x="164" y="1"/>
                  <a:pt x="174" y="3"/>
                </a:cubicBezTo>
                <a:cubicBezTo>
                  <a:pt x="183" y="5"/>
                  <a:pt x="192" y="8"/>
                  <a:pt x="201" y="11"/>
                </a:cubicBezTo>
                <a:cubicBezTo>
                  <a:pt x="210" y="15"/>
                  <a:pt x="218" y="19"/>
                  <a:pt x="226" y="25"/>
                </a:cubicBezTo>
                <a:cubicBezTo>
                  <a:pt x="234" y="30"/>
                  <a:pt x="241" y="36"/>
                  <a:pt x="248" y="43"/>
                </a:cubicBezTo>
                <a:cubicBezTo>
                  <a:pt x="255" y="50"/>
                  <a:pt x="261" y="57"/>
                  <a:pt x="266" y="65"/>
                </a:cubicBezTo>
                <a:cubicBezTo>
                  <a:pt x="272" y="73"/>
                  <a:pt x="276" y="81"/>
                  <a:pt x="281" y="90"/>
                </a:cubicBezTo>
                <a:cubicBezTo>
                  <a:pt x="284" y="99"/>
                  <a:pt x="287" y="108"/>
                  <a:pt x="289" y="117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641520" y="3857760"/>
            <a:ext cx="2774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保護ルールを設定：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6" name=""/>
          <p:cNvSpPr/>
          <p:nvPr/>
        </p:nvSpPr>
        <p:spPr>
          <a:xfrm>
            <a:off x="1209600" y="4876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7" y="183"/>
                  <a:pt x="284" y="193"/>
                  <a:pt x="281" y="201"/>
                </a:cubicBezTo>
                <a:cubicBezTo>
                  <a:pt x="276" y="210"/>
                  <a:pt x="272" y="219"/>
                  <a:pt x="266" y="227"/>
                </a:cubicBezTo>
                <a:cubicBezTo>
                  <a:pt x="261" y="234"/>
                  <a:pt x="255" y="242"/>
                  <a:pt x="248" y="249"/>
                </a:cubicBezTo>
                <a:cubicBezTo>
                  <a:pt x="241" y="255"/>
                  <a:pt x="234" y="261"/>
                  <a:pt x="226" y="267"/>
                </a:cubicBezTo>
                <a:cubicBezTo>
                  <a:pt x="218" y="272"/>
                  <a:pt x="210" y="276"/>
                  <a:pt x="201" y="281"/>
                </a:cubicBezTo>
                <a:cubicBezTo>
                  <a:pt x="192" y="285"/>
                  <a:pt x="183" y="288"/>
                  <a:pt x="174" y="289"/>
                </a:cubicBezTo>
                <a:cubicBezTo>
                  <a:pt x="164" y="291"/>
                  <a:pt x="155" y="292"/>
                  <a:pt x="145" y="292"/>
                </a:cubicBezTo>
                <a:cubicBezTo>
                  <a:pt x="136" y="292"/>
                  <a:pt x="126" y="291"/>
                  <a:pt x="117" y="289"/>
                </a:cubicBezTo>
                <a:cubicBezTo>
                  <a:pt x="107" y="288"/>
                  <a:pt x="98" y="285"/>
                  <a:pt x="90" y="281"/>
                </a:cubicBezTo>
                <a:cubicBezTo>
                  <a:pt x="81" y="276"/>
                  <a:pt x="72" y="272"/>
                  <a:pt x="64" y="267"/>
                </a:cubicBezTo>
                <a:cubicBezTo>
                  <a:pt x="56" y="261"/>
                  <a:pt x="49" y="255"/>
                  <a:pt x="42" y="249"/>
                </a:cubicBezTo>
                <a:cubicBezTo>
                  <a:pt x="36" y="242"/>
                  <a:pt x="30" y="234"/>
                  <a:pt x="24" y="227"/>
                </a:cubicBezTo>
                <a:cubicBezTo>
                  <a:pt x="19" y="219"/>
                  <a:pt x="14" y="210"/>
                  <a:pt x="11" y="201"/>
                </a:cubicBezTo>
                <a:cubicBezTo>
                  <a:pt x="7" y="193"/>
                  <a:pt x="4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4" y="108"/>
                  <a:pt x="7" y="99"/>
                  <a:pt x="11" y="90"/>
                </a:cubicBezTo>
                <a:cubicBezTo>
                  <a:pt x="14" y="81"/>
                  <a:pt x="19" y="73"/>
                  <a:pt x="24" y="65"/>
                </a:cubicBezTo>
                <a:cubicBezTo>
                  <a:pt x="30" y="57"/>
                  <a:pt x="36" y="50"/>
                  <a:pt x="42" y="43"/>
                </a:cubicBezTo>
                <a:cubicBezTo>
                  <a:pt x="49" y="36"/>
                  <a:pt x="56" y="30"/>
                  <a:pt x="64" y="25"/>
                </a:cubicBezTo>
                <a:cubicBezTo>
                  <a:pt x="72" y="19"/>
                  <a:pt x="81" y="15"/>
                  <a:pt x="90" y="11"/>
                </a:cubicBezTo>
                <a:cubicBezTo>
                  <a:pt x="98" y="8"/>
                  <a:pt x="107" y="5"/>
                  <a:pt x="117" y="3"/>
                </a:cubicBezTo>
                <a:cubicBezTo>
                  <a:pt x="126" y="1"/>
                  <a:pt x="136" y="0"/>
                  <a:pt x="145" y="0"/>
                </a:cubicBezTo>
                <a:cubicBezTo>
                  <a:pt x="155" y="0"/>
                  <a:pt x="164" y="1"/>
                  <a:pt x="174" y="3"/>
                </a:cubicBezTo>
                <a:cubicBezTo>
                  <a:pt x="183" y="5"/>
                  <a:pt x="192" y="8"/>
                  <a:pt x="201" y="11"/>
                </a:cubicBezTo>
                <a:cubicBezTo>
                  <a:pt x="210" y="15"/>
                  <a:pt x="218" y="19"/>
                  <a:pt x="226" y="25"/>
                </a:cubicBezTo>
                <a:cubicBezTo>
                  <a:pt x="234" y="30"/>
                  <a:pt x="241" y="36"/>
                  <a:pt x="248" y="43"/>
                </a:cubicBezTo>
                <a:cubicBezTo>
                  <a:pt x="255" y="50"/>
                  <a:pt x="261" y="57"/>
                  <a:pt x="266" y="65"/>
                </a:cubicBezTo>
                <a:cubicBezTo>
                  <a:pt x="272" y="73"/>
                  <a:pt x="276" y="81"/>
                  <a:pt x="281" y="90"/>
                </a:cubicBezTo>
                <a:cubicBezTo>
                  <a:pt x="284" y="99"/>
                  <a:pt x="287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7" name=""/>
          <p:cNvSpPr txBox="1"/>
          <p:nvPr/>
        </p:nvSpPr>
        <p:spPr>
          <a:xfrm>
            <a:off x="1485720" y="4276800"/>
            <a:ext cx="4647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Pull Request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のレビューを必須にする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8" name=""/>
          <p:cNvSpPr/>
          <p:nvPr/>
        </p:nvSpPr>
        <p:spPr>
          <a:xfrm>
            <a:off x="1209600" y="53625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7" y="184"/>
                  <a:pt x="284" y="193"/>
                  <a:pt x="281" y="202"/>
                </a:cubicBezTo>
                <a:cubicBezTo>
                  <a:pt x="276" y="211"/>
                  <a:pt x="272" y="219"/>
                  <a:pt x="266" y="227"/>
                </a:cubicBezTo>
                <a:cubicBezTo>
                  <a:pt x="261" y="235"/>
                  <a:pt x="255" y="242"/>
                  <a:pt x="248" y="249"/>
                </a:cubicBezTo>
                <a:cubicBezTo>
                  <a:pt x="241" y="256"/>
                  <a:pt x="234" y="262"/>
                  <a:pt x="226" y="267"/>
                </a:cubicBezTo>
                <a:cubicBezTo>
                  <a:pt x="218" y="272"/>
                  <a:pt x="210" y="277"/>
                  <a:pt x="201" y="281"/>
                </a:cubicBezTo>
                <a:cubicBezTo>
                  <a:pt x="192" y="284"/>
                  <a:pt x="183" y="287"/>
                  <a:pt x="174" y="289"/>
                </a:cubicBezTo>
                <a:cubicBezTo>
                  <a:pt x="164" y="291"/>
                  <a:pt x="155" y="292"/>
                  <a:pt x="145" y="292"/>
                </a:cubicBezTo>
                <a:cubicBezTo>
                  <a:pt x="136" y="292"/>
                  <a:pt x="126" y="291"/>
                  <a:pt x="117" y="289"/>
                </a:cubicBezTo>
                <a:cubicBezTo>
                  <a:pt x="107" y="287"/>
                  <a:pt x="98" y="284"/>
                  <a:pt x="90" y="281"/>
                </a:cubicBezTo>
                <a:cubicBezTo>
                  <a:pt x="81" y="277"/>
                  <a:pt x="72" y="272"/>
                  <a:pt x="64" y="267"/>
                </a:cubicBezTo>
                <a:cubicBezTo>
                  <a:pt x="56" y="262"/>
                  <a:pt x="49" y="256"/>
                  <a:pt x="42" y="249"/>
                </a:cubicBezTo>
                <a:cubicBezTo>
                  <a:pt x="36" y="242"/>
                  <a:pt x="30" y="235"/>
                  <a:pt x="24" y="227"/>
                </a:cubicBezTo>
                <a:cubicBezTo>
                  <a:pt x="19" y="219"/>
                  <a:pt x="14" y="211"/>
                  <a:pt x="11" y="202"/>
                </a:cubicBezTo>
                <a:cubicBezTo>
                  <a:pt x="7" y="193"/>
                  <a:pt x="4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4" y="108"/>
                  <a:pt x="7" y="99"/>
                  <a:pt x="11" y="89"/>
                </a:cubicBezTo>
                <a:cubicBezTo>
                  <a:pt x="14" y="81"/>
                  <a:pt x="19" y="72"/>
                  <a:pt x="24" y="64"/>
                </a:cubicBezTo>
                <a:cubicBezTo>
                  <a:pt x="30" y="56"/>
                  <a:pt x="36" y="49"/>
                  <a:pt x="42" y="42"/>
                </a:cubicBezTo>
                <a:cubicBezTo>
                  <a:pt x="49" y="35"/>
                  <a:pt x="56" y="29"/>
                  <a:pt x="64" y="24"/>
                </a:cubicBezTo>
                <a:cubicBezTo>
                  <a:pt x="72" y="19"/>
                  <a:pt x="81" y="14"/>
                  <a:pt x="90" y="11"/>
                </a:cubicBezTo>
                <a:cubicBezTo>
                  <a:pt x="98" y="7"/>
                  <a:pt x="107" y="4"/>
                  <a:pt x="117" y="2"/>
                </a:cubicBezTo>
                <a:cubicBezTo>
                  <a:pt x="126" y="0"/>
                  <a:pt x="136" y="0"/>
                  <a:pt x="145" y="0"/>
                </a:cubicBezTo>
                <a:cubicBezTo>
                  <a:pt x="155" y="0"/>
                  <a:pt x="164" y="0"/>
                  <a:pt x="174" y="2"/>
                </a:cubicBezTo>
                <a:cubicBezTo>
                  <a:pt x="183" y="4"/>
                  <a:pt x="192" y="7"/>
                  <a:pt x="201" y="11"/>
                </a:cubicBezTo>
                <a:cubicBezTo>
                  <a:pt x="210" y="14"/>
                  <a:pt x="218" y="19"/>
                  <a:pt x="226" y="24"/>
                </a:cubicBezTo>
                <a:cubicBezTo>
                  <a:pt x="234" y="29"/>
                  <a:pt x="241" y="35"/>
                  <a:pt x="248" y="42"/>
                </a:cubicBezTo>
                <a:cubicBezTo>
                  <a:pt x="255" y="49"/>
                  <a:pt x="261" y="56"/>
                  <a:pt x="266" y="64"/>
                </a:cubicBezTo>
                <a:cubicBezTo>
                  <a:pt x="272" y="72"/>
                  <a:pt x="276" y="81"/>
                  <a:pt x="281" y="89"/>
                </a:cubicBezTo>
                <a:cubicBezTo>
                  <a:pt x="284" y="99"/>
                  <a:pt x="287" y="108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noFill/>
          <a:ln w="9360">
            <a:solidFill>
              <a:srgbClr val="1f2328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9" name=""/>
          <p:cNvSpPr txBox="1"/>
          <p:nvPr/>
        </p:nvSpPr>
        <p:spPr>
          <a:xfrm>
            <a:off x="1485720" y="4753080"/>
            <a:ext cx="41385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ステータスチェックを必須にする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0" name=""/>
          <p:cNvSpPr txBox="1"/>
          <p:nvPr/>
        </p:nvSpPr>
        <p:spPr>
          <a:xfrm>
            <a:off x="1485720" y="5238720"/>
            <a:ext cx="3035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管理者も含めて保護する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4" name=""/>
          <p:cNvSpPr txBox="1"/>
          <p:nvPr/>
        </p:nvSpPr>
        <p:spPr>
          <a:xfrm>
            <a:off x="380880" y="662400"/>
            <a:ext cx="347544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コントリビューターの追加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5" name=""/>
          <p:cNvSpPr txBox="1"/>
          <p:nvPr/>
        </p:nvSpPr>
        <p:spPr>
          <a:xfrm>
            <a:off x="641520" y="1219320"/>
            <a:ext cx="53154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Settings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」→「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Collaborators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」に移動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6" name=""/>
          <p:cNvSpPr txBox="1"/>
          <p:nvPr/>
        </p:nvSpPr>
        <p:spPr>
          <a:xfrm>
            <a:off x="641520" y="1695600"/>
            <a:ext cx="36878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Add people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」をクリック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641520" y="2181240"/>
            <a:ext cx="5257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ユーザー名またはメールアドレスを⼊⼒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641520" y="2666880"/>
            <a:ext cx="4949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権限を設定（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Read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Write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、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Admin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380880" y="3272400"/>
            <a:ext cx="202752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コードレビュー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0" name=""/>
          <p:cNvSpPr/>
          <p:nvPr/>
        </p:nvSpPr>
        <p:spPr>
          <a:xfrm>
            <a:off x="657000" y="4514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7"/>
                </a:cubicBezTo>
                <a:cubicBezTo>
                  <a:pt x="5" y="108"/>
                  <a:pt x="8" y="98"/>
                  <a:pt x="11" y="90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30"/>
                  <a:pt x="243" y="36"/>
                  <a:pt x="250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90"/>
                </a:cubicBezTo>
                <a:cubicBezTo>
                  <a:pt x="285" y="98"/>
                  <a:pt x="288" y="108"/>
                  <a:pt x="289" y="117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380880" y="3819600"/>
            <a:ext cx="4923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Pull Request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でコードレビューを⾏う：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2" name=""/>
          <p:cNvSpPr/>
          <p:nvPr/>
        </p:nvSpPr>
        <p:spPr>
          <a:xfrm>
            <a:off x="657000" y="50004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8" y="183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3"/>
                  <a:pt x="250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7"/>
                  <a:pt x="74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8" y="193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933480" y="4390920"/>
            <a:ext cx="4552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コメント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特定の⾏にコメントを追加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4" name=""/>
          <p:cNvSpPr/>
          <p:nvPr/>
        </p:nvSpPr>
        <p:spPr>
          <a:xfrm>
            <a:off x="657000" y="5476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933480" y="4876920"/>
            <a:ext cx="2070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承認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変更を承認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6" name=""/>
          <p:cNvSpPr/>
          <p:nvPr/>
        </p:nvSpPr>
        <p:spPr>
          <a:xfrm>
            <a:off x="657000" y="59623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7" y="292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933480" y="5353200"/>
            <a:ext cx="2621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変更要求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修正を要求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933480" y="5838840"/>
            <a:ext cx="3449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提案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コードの改善案を提案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380880" y="858240"/>
            <a:ext cx="182052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リリース管理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380880" y="1472040"/>
            <a:ext cx="202752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リリースの作成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641520" y="2019240"/>
            <a:ext cx="6834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Releases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」→「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Create a new release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」をクリック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5" name=""/>
          <p:cNvSpPr/>
          <p:nvPr/>
        </p:nvSpPr>
        <p:spPr>
          <a:xfrm>
            <a:off x="3286080" y="250488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3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2514" y="0"/>
                </a:lnTo>
                <a:cubicBezTo>
                  <a:pt x="2525" y="0"/>
                  <a:pt x="2535" y="1"/>
                  <a:pt x="2545" y="3"/>
                </a:cubicBezTo>
                <a:cubicBezTo>
                  <a:pt x="2555" y="5"/>
                  <a:pt x="2565" y="8"/>
                  <a:pt x="2575" y="12"/>
                </a:cubicBezTo>
                <a:cubicBezTo>
                  <a:pt x="2585" y="16"/>
                  <a:pt x="2594" y="21"/>
                  <a:pt x="2602" y="27"/>
                </a:cubicBezTo>
                <a:cubicBezTo>
                  <a:pt x="2611" y="33"/>
                  <a:pt x="2619" y="39"/>
                  <a:pt x="2626" y="47"/>
                </a:cubicBezTo>
                <a:cubicBezTo>
                  <a:pt x="2634" y="54"/>
                  <a:pt x="2640" y="62"/>
                  <a:pt x="2646" y="71"/>
                </a:cubicBezTo>
                <a:cubicBezTo>
                  <a:pt x="2652" y="79"/>
                  <a:pt x="2657" y="88"/>
                  <a:pt x="2661" y="98"/>
                </a:cubicBezTo>
                <a:cubicBezTo>
                  <a:pt x="2665" y="108"/>
                  <a:pt x="2668" y="118"/>
                  <a:pt x="2670" y="128"/>
                </a:cubicBezTo>
                <a:cubicBezTo>
                  <a:pt x="2672" y="138"/>
                  <a:pt x="2673" y="148"/>
                  <a:pt x="2673" y="159"/>
                </a:cubicBezTo>
                <a:lnTo>
                  <a:pt x="2673" y="874"/>
                </a:lnTo>
                <a:cubicBezTo>
                  <a:pt x="2673" y="885"/>
                  <a:pt x="2672" y="895"/>
                  <a:pt x="2670" y="905"/>
                </a:cubicBezTo>
                <a:cubicBezTo>
                  <a:pt x="2668" y="915"/>
                  <a:pt x="2665" y="925"/>
                  <a:pt x="2661" y="935"/>
                </a:cubicBezTo>
                <a:cubicBezTo>
                  <a:pt x="2657" y="945"/>
                  <a:pt x="2652" y="954"/>
                  <a:pt x="2646" y="962"/>
                </a:cubicBezTo>
                <a:cubicBezTo>
                  <a:pt x="2640" y="971"/>
                  <a:pt x="2634" y="979"/>
                  <a:pt x="2626" y="986"/>
                </a:cubicBezTo>
                <a:cubicBezTo>
                  <a:pt x="2619" y="994"/>
                  <a:pt x="2611" y="1000"/>
                  <a:pt x="2602" y="1006"/>
                </a:cubicBezTo>
                <a:cubicBezTo>
                  <a:pt x="2594" y="1012"/>
                  <a:pt x="2585" y="1017"/>
                  <a:pt x="2575" y="1021"/>
                </a:cubicBezTo>
                <a:cubicBezTo>
                  <a:pt x="2565" y="1025"/>
                  <a:pt x="2555" y="1028"/>
                  <a:pt x="2545" y="1030"/>
                </a:cubicBezTo>
                <a:cubicBezTo>
                  <a:pt x="2535" y="1032"/>
                  <a:pt x="2525" y="1033"/>
                  <a:pt x="2514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3" y="994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641520" y="2495520"/>
            <a:ext cx="2637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タグ名を⼊⼒（例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3375720" y="259668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v1.0.0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4244400" y="2495520"/>
            <a:ext cx="276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641520" y="3000240"/>
            <a:ext cx="4154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リリースタイトルと説明を⼊⼒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641520" y="3476520"/>
            <a:ext cx="36248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Publish release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」で公開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1" name=""/>
          <p:cNvSpPr/>
          <p:nvPr/>
        </p:nvSpPr>
        <p:spPr>
          <a:xfrm>
            <a:off x="657000" y="4762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2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7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7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380880" y="4091400"/>
            <a:ext cx="405468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セマンティックバージョニング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3" name=""/>
          <p:cNvSpPr/>
          <p:nvPr/>
        </p:nvSpPr>
        <p:spPr>
          <a:xfrm>
            <a:off x="3552480" y="4647960"/>
            <a:ext cx="962640" cy="371880"/>
          </a:xfrm>
          <a:custGeom>
            <a:avLst/>
            <a:gdLst/>
            <a:ahLst/>
            <a:rect l="0" t="0" r="r" b="b"/>
            <a:pathLst>
              <a:path w="2674" h="1033">
                <a:moveTo>
                  <a:pt x="0" y="873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515" y="0"/>
                </a:lnTo>
                <a:cubicBezTo>
                  <a:pt x="2525" y="0"/>
                  <a:pt x="2536" y="1"/>
                  <a:pt x="2546" y="3"/>
                </a:cubicBezTo>
                <a:cubicBezTo>
                  <a:pt x="2556" y="5"/>
                  <a:pt x="2566" y="8"/>
                  <a:pt x="2576" y="12"/>
                </a:cubicBezTo>
                <a:cubicBezTo>
                  <a:pt x="2585" y="16"/>
                  <a:pt x="2595" y="21"/>
                  <a:pt x="2603" y="27"/>
                </a:cubicBezTo>
                <a:cubicBezTo>
                  <a:pt x="2612" y="33"/>
                  <a:pt x="2620" y="39"/>
                  <a:pt x="2627" y="47"/>
                </a:cubicBezTo>
                <a:cubicBezTo>
                  <a:pt x="2635" y="54"/>
                  <a:pt x="2641" y="62"/>
                  <a:pt x="2647" y="71"/>
                </a:cubicBezTo>
                <a:cubicBezTo>
                  <a:pt x="2653" y="79"/>
                  <a:pt x="2658" y="89"/>
                  <a:pt x="2662" y="98"/>
                </a:cubicBezTo>
                <a:cubicBezTo>
                  <a:pt x="2666" y="108"/>
                  <a:pt x="2669" y="118"/>
                  <a:pt x="2671" y="128"/>
                </a:cubicBezTo>
                <a:cubicBezTo>
                  <a:pt x="2673" y="138"/>
                  <a:pt x="2674" y="148"/>
                  <a:pt x="2674" y="159"/>
                </a:cubicBezTo>
                <a:lnTo>
                  <a:pt x="2674" y="873"/>
                </a:lnTo>
                <a:cubicBezTo>
                  <a:pt x="2674" y="884"/>
                  <a:pt x="2673" y="894"/>
                  <a:pt x="2671" y="904"/>
                </a:cubicBezTo>
                <a:cubicBezTo>
                  <a:pt x="2669" y="914"/>
                  <a:pt x="2666" y="924"/>
                  <a:pt x="2662" y="934"/>
                </a:cubicBezTo>
                <a:cubicBezTo>
                  <a:pt x="2658" y="944"/>
                  <a:pt x="2653" y="953"/>
                  <a:pt x="2647" y="961"/>
                </a:cubicBezTo>
                <a:cubicBezTo>
                  <a:pt x="2641" y="970"/>
                  <a:pt x="2635" y="978"/>
                  <a:pt x="2627" y="986"/>
                </a:cubicBezTo>
                <a:cubicBezTo>
                  <a:pt x="2620" y="993"/>
                  <a:pt x="2612" y="999"/>
                  <a:pt x="2603" y="1005"/>
                </a:cubicBezTo>
                <a:cubicBezTo>
                  <a:pt x="2595" y="1012"/>
                  <a:pt x="2585" y="1017"/>
                  <a:pt x="2576" y="1021"/>
                </a:cubicBezTo>
                <a:cubicBezTo>
                  <a:pt x="2566" y="1025"/>
                  <a:pt x="2556" y="1028"/>
                  <a:pt x="2546" y="1030"/>
                </a:cubicBezTo>
                <a:cubicBezTo>
                  <a:pt x="2536" y="1032"/>
                  <a:pt x="2525" y="1033"/>
                  <a:pt x="2515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5"/>
                </a:cubicBezTo>
                <a:cubicBezTo>
                  <a:pt x="62" y="999"/>
                  <a:pt x="54" y="993"/>
                  <a:pt x="47" y="986"/>
                </a:cubicBezTo>
                <a:cubicBezTo>
                  <a:pt x="40" y="978"/>
                  <a:pt x="33" y="970"/>
                  <a:pt x="27" y="961"/>
                </a:cubicBezTo>
                <a:cubicBezTo>
                  <a:pt x="21" y="953"/>
                  <a:pt x="17" y="944"/>
                  <a:pt x="13" y="934"/>
                </a:cubicBezTo>
                <a:cubicBezTo>
                  <a:pt x="9" y="924"/>
                  <a:pt x="6" y="914"/>
                  <a:pt x="4" y="904"/>
                </a:cubicBezTo>
                <a:cubicBezTo>
                  <a:pt x="1" y="894"/>
                  <a:pt x="0" y="884"/>
                  <a:pt x="0" y="873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933480" y="4638600"/>
            <a:ext cx="2638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メジャーバージョン 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3646800" y="473976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v1.0.0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6" name=""/>
          <p:cNvSpPr/>
          <p:nvPr/>
        </p:nvSpPr>
        <p:spPr>
          <a:xfrm>
            <a:off x="657000" y="5257440"/>
            <a:ext cx="105120" cy="105480"/>
          </a:xfrm>
          <a:custGeom>
            <a:avLst/>
            <a:gdLst/>
            <a:ahLst/>
            <a:rect l="0" t="0" r="r" b="b"/>
            <a:pathLst>
              <a:path w="292" h="293">
                <a:moveTo>
                  <a:pt x="292" y="147"/>
                </a:moveTo>
                <a:cubicBezTo>
                  <a:pt x="292" y="157"/>
                  <a:pt x="291" y="166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2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3"/>
                  <a:pt x="147" y="293"/>
                </a:cubicBezTo>
                <a:cubicBezTo>
                  <a:pt x="137" y="293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2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2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2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100"/>
                  <a:pt x="288" y="109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4515120" y="4638600"/>
            <a:ext cx="24393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):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互換性のない変更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18" name=""/>
          <p:cNvSpPr/>
          <p:nvPr/>
        </p:nvSpPr>
        <p:spPr>
          <a:xfrm>
            <a:off x="3562200" y="514332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514" y="0"/>
                </a:lnTo>
                <a:cubicBezTo>
                  <a:pt x="2525" y="0"/>
                  <a:pt x="2535" y="1"/>
                  <a:pt x="2545" y="3"/>
                </a:cubicBezTo>
                <a:cubicBezTo>
                  <a:pt x="2556" y="5"/>
                  <a:pt x="2566" y="8"/>
                  <a:pt x="2575" y="12"/>
                </a:cubicBezTo>
                <a:cubicBezTo>
                  <a:pt x="2585" y="16"/>
                  <a:pt x="2594" y="21"/>
                  <a:pt x="2603" y="27"/>
                </a:cubicBezTo>
                <a:cubicBezTo>
                  <a:pt x="2611" y="33"/>
                  <a:pt x="2619" y="39"/>
                  <a:pt x="2627" y="46"/>
                </a:cubicBezTo>
                <a:cubicBezTo>
                  <a:pt x="2634" y="54"/>
                  <a:pt x="2641" y="62"/>
                  <a:pt x="2646" y="71"/>
                </a:cubicBezTo>
                <a:cubicBezTo>
                  <a:pt x="2652" y="79"/>
                  <a:pt x="2657" y="88"/>
                  <a:pt x="2661" y="98"/>
                </a:cubicBezTo>
                <a:cubicBezTo>
                  <a:pt x="2665" y="108"/>
                  <a:pt x="2668" y="118"/>
                  <a:pt x="2670" y="128"/>
                </a:cubicBezTo>
                <a:cubicBezTo>
                  <a:pt x="2672" y="138"/>
                  <a:pt x="2673" y="148"/>
                  <a:pt x="2673" y="159"/>
                </a:cubicBezTo>
                <a:lnTo>
                  <a:pt x="2673" y="874"/>
                </a:lnTo>
                <a:cubicBezTo>
                  <a:pt x="2673" y="885"/>
                  <a:pt x="2672" y="895"/>
                  <a:pt x="2670" y="905"/>
                </a:cubicBezTo>
                <a:cubicBezTo>
                  <a:pt x="2668" y="915"/>
                  <a:pt x="2665" y="925"/>
                  <a:pt x="2661" y="935"/>
                </a:cubicBezTo>
                <a:cubicBezTo>
                  <a:pt x="2657" y="945"/>
                  <a:pt x="2652" y="954"/>
                  <a:pt x="2646" y="962"/>
                </a:cubicBezTo>
                <a:cubicBezTo>
                  <a:pt x="2641" y="971"/>
                  <a:pt x="2634" y="979"/>
                  <a:pt x="2627" y="986"/>
                </a:cubicBezTo>
                <a:cubicBezTo>
                  <a:pt x="2619" y="994"/>
                  <a:pt x="2611" y="1000"/>
                  <a:pt x="2603" y="1006"/>
                </a:cubicBezTo>
                <a:cubicBezTo>
                  <a:pt x="2594" y="1012"/>
                  <a:pt x="2585" y="1017"/>
                  <a:pt x="2575" y="1021"/>
                </a:cubicBezTo>
                <a:cubicBezTo>
                  <a:pt x="2566" y="1025"/>
                  <a:pt x="2556" y="1028"/>
                  <a:pt x="2545" y="1030"/>
                </a:cubicBezTo>
                <a:cubicBezTo>
                  <a:pt x="2535" y="1032"/>
                  <a:pt x="2525" y="1033"/>
                  <a:pt x="2514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8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2" y="971"/>
                  <a:pt x="27" y="962"/>
                </a:cubicBezTo>
                <a:cubicBezTo>
                  <a:pt x="21" y="954"/>
                  <a:pt x="16" y="945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933480" y="5133960"/>
            <a:ext cx="2638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マイナーバージョン 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3655080" y="523512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v1.1.0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1" name=""/>
          <p:cNvSpPr/>
          <p:nvPr/>
        </p:nvSpPr>
        <p:spPr>
          <a:xfrm>
            <a:off x="657000" y="57528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4523760" y="5133960"/>
            <a:ext cx="3267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):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後⽅互換性のある新機能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3" name=""/>
          <p:cNvSpPr/>
          <p:nvPr/>
        </p:nvSpPr>
        <p:spPr>
          <a:xfrm>
            <a:off x="3295440" y="5638680"/>
            <a:ext cx="962280" cy="371880"/>
          </a:xfrm>
          <a:custGeom>
            <a:avLst/>
            <a:gdLst/>
            <a:ahLst/>
            <a:rect l="0" t="0" r="r" b="b"/>
            <a:pathLst>
              <a:path w="2673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515" y="0"/>
                </a:lnTo>
                <a:cubicBezTo>
                  <a:pt x="2525" y="0"/>
                  <a:pt x="2535" y="1"/>
                  <a:pt x="2546" y="3"/>
                </a:cubicBezTo>
                <a:cubicBezTo>
                  <a:pt x="2556" y="5"/>
                  <a:pt x="2566" y="8"/>
                  <a:pt x="2575" y="12"/>
                </a:cubicBezTo>
                <a:cubicBezTo>
                  <a:pt x="2585" y="16"/>
                  <a:pt x="2594" y="21"/>
                  <a:pt x="2603" y="27"/>
                </a:cubicBezTo>
                <a:cubicBezTo>
                  <a:pt x="2611" y="32"/>
                  <a:pt x="2620" y="39"/>
                  <a:pt x="2627" y="46"/>
                </a:cubicBezTo>
                <a:cubicBezTo>
                  <a:pt x="2634" y="54"/>
                  <a:pt x="2641" y="62"/>
                  <a:pt x="2647" y="70"/>
                </a:cubicBezTo>
                <a:cubicBezTo>
                  <a:pt x="2652" y="79"/>
                  <a:pt x="2657" y="88"/>
                  <a:pt x="2661" y="98"/>
                </a:cubicBezTo>
                <a:cubicBezTo>
                  <a:pt x="2665" y="107"/>
                  <a:pt x="2668" y="117"/>
                  <a:pt x="2670" y="128"/>
                </a:cubicBezTo>
                <a:cubicBezTo>
                  <a:pt x="2672" y="138"/>
                  <a:pt x="2673" y="148"/>
                  <a:pt x="2673" y="159"/>
                </a:cubicBezTo>
                <a:lnTo>
                  <a:pt x="2673" y="874"/>
                </a:lnTo>
                <a:cubicBezTo>
                  <a:pt x="2673" y="884"/>
                  <a:pt x="2672" y="895"/>
                  <a:pt x="2670" y="905"/>
                </a:cubicBezTo>
                <a:cubicBezTo>
                  <a:pt x="2668" y="915"/>
                  <a:pt x="2665" y="925"/>
                  <a:pt x="2661" y="935"/>
                </a:cubicBezTo>
                <a:cubicBezTo>
                  <a:pt x="2657" y="944"/>
                  <a:pt x="2652" y="953"/>
                  <a:pt x="2647" y="962"/>
                </a:cubicBezTo>
                <a:cubicBezTo>
                  <a:pt x="2641" y="971"/>
                  <a:pt x="2634" y="979"/>
                  <a:pt x="2627" y="986"/>
                </a:cubicBezTo>
                <a:cubicBezTo>
                  <a:pt x="2620" y="994"/>
                  <a:pt x="2611" y="1000"/>
                  <a:pt x="2603" y="1006"/>
                </a:cubicBezTo>
                <a:cubicBezTo>
                  <a:pt x="2594" y="1012"/>
                  <a:pt x="2585" y="1017"/>
                  <a:pt x="2575" y="1021"/>
                </a:cubicBezTo>
                <a:cubicBezTo>
                  <a:pt x="2566" y="1025"/>
                  <a:pt x="2556" y="1028"/>
                  <a:pt x="2546" y="1030"/>
                </a:cubicBezTo>
                <a:cubicBezTo>
                  <a:pt x="2535" y="1032"/>
                  <a:pt x="2525" y="1033"/>
                  <a:pt x="2515" y="1033"/>
                </a:cubicBezTo>
                <a:lnTo>
                  <a:pt x="159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8" y="1017"/>
                  <a:pt x="79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39" y="979"/>
                  <a:pt x="33" y="971"/>
                  <a:pt x="27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24" name=""/>
          <p:cNvSpPr txBox="1"/>
          <p:nvPr/>
        </p:nvSpPr>
        <p:spPr>
          <a:xfrm>
            <a:off x="933480" y="5629320"/>
            <a:ext cx="2362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パッチバージョン 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(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3386880" y="5730480"/>
            <a:ext cx="775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v1.1.1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4255560" y="5629320"/>
            <a:ext cx="13359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):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バグ修正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380880" y="391320"/>
            <a:ext cx="2426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プロジェクト管理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380880" y="1005480"/>
            <a:ext cx="168336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Projects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機能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2" name=""/>
          <p:cNvSpPr/>
          <p:nvPr/>
        </p:nvSpPr>
        <p:spPr>
          <a:xfrm>
            <a:off x="657000" y="2238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4"/>
                  <a:pt x="285" y="194"/>
                  <a:pt x="281" y="202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2"/>
                  <a:pt x="50" y="256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2"/>
                </a:cubicBezTo>
                <a:cubicBezTo>
                  <a:pt x="8" y="194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8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4"/>
                  <a:pt x="25" y="66"/>
                </a:cubicBezTo>
                <a:cubicBezTo>
                  <a:pt x="30" y="58"/>
                  <a:pt x="36" y="51"/>
                  <a:pt x="43" y="44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4"/>
                </a:cubicBezTo>
                <a:cubicBezTo>
                  <a:pt x="256" y="51"/>
                  <a:pt x="262" y="58"/>
                  <a:pt x="268" y="66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8" y="109"/>
                  <a:pt x="289" y="118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380880" y="1552680"/>
            <a:ext cx="4229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 Projects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でタスクを管理：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4" name=""/>
          <p:cNvSpPr/>
          <p:nvPr/>
        </p:nvSpPr>
        <p:spPr>
          <a:xfrm>
            <a:off x="657000" y="272412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4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2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7"/>
                  <a:pt x="8" y="98"/>
                  <a:pt x="11" y="89"/>
                </a:cubicBezTo>
                <a:cubicBezTo>
                  <a:pt x="15" y="81"/>
                  <a:pt x="19" y="72"/>
                  <a:pt x="25" y="64"/>
                </a:cubicBezTo>
                <a:cubicBezTo>
                  <a:pt x="30" y="56"/>
                  <a:pt x="36" y="49"/>
                  <a:pt x="43" y="42"/>
                </a:cubicBezTo>
                <a:cubicBezTo>
                  <a:pt x="50" y="35"/>
                  <a:pt x="57" y="29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29"/>
                  <a:pt x="243" y="35"/>
                  <a:pt x="250" y="42"/>
                </a:cubicBezTo>
                <a:cubicBezTo>
                  <a:pt x="256" y="49"/>
                  <a:pt x="262" y="56"/>
                  <a:pt x="268" y="64"/>
                </a:cubicBezTo>
                <a:cubicBezTo>
                  <a:pt x="273" y="72"/>
                  <a:pt x="277" y="81"/>
                  <a:pt x="281" y="89"/>
                </a:cubicBezTo>
                <a:cubicBezTo>
                  <a:pt x="285" y="98"/>
                  <a:pt x="288" y="107"/>
                  <a:pt x="289" y="117"/>
                </a:cubicBezTo>
                <a:cubicBezTo>
                  <a:pt x="291" y="126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933480" y="2114640"/>
            <a:ext cx="5104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ボード形式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カンバン形式でタスクを管理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6" name=""/>
          <p:cNvSpPr/>
          <p:nvPr/>
        </p:nvSpPr>
        <p:spPr>
          <a:xfrm>
            <a:off x="657000" y="32097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5"/>
                </a:moveTo>
                <a:cubicBezTo>
                  <a:pt x="292" y="155"/>
                  <a:pt x="291" y="164"/>
                  <a:pt x="289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7" y="210"/>
                  <a:pt x="273" y="218"/>
                  <a:pt x="268" y="226"/>
                </a:cubicBezTo>
                <a:cubicBezTo>
                  <a:pt x="262" y="234"/>
                  <a:pt x="256" y="242"/>
                  <a:pt x="250" y="248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8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19" y="218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4"/>
                  <a:pt x="0" y="155"/>
                  <a:pt x="0" y="145"/>
                </a:cubicBezTo>
                <a:cubicBezTo>
                  <a:pt x="0" y="136"/>
                  <a:pt x="1" y="126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4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4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6"/>
                  <a:pt x="292" y="136"/>
                  <a:pt x="292" y="14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933480" y="2600280"/>
            <a:ext cx="4767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Issue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連携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Issue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と連携して進捗を管理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933480" y="3085920"/>
            <a:ext cx="4552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マイルストーン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⽬標を設定して管理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380880" y="3691440"/>
            <a:ext cx="4056840" cy="3477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Milestones</a:t>
            </a:r>
            <a:r>
              <a:rPr b="0" lang="ja-JP" sz="228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（マイルストーン）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380880" y="4248000"/>
            <a:ext cx="5582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関連する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Issue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や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Pull Request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をグループ化：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641520" y="4809960"/>
            <a:ext cx="6351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Milestones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」→「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New milestone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」をクリック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641520" y="5295960"/>
            <a:ext cx="3050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タイトルと説明を⼊⼒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3" name=""/>
          <p:cNvSpPr txBox="1"/>
          <p:nvPr/>
        </p:nvSpPr>
        <p:spPr>
          <a:xfrm>
            <a:off x="641520" y="5781600"/>
            <a:ext cx="1671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期限を設定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641520" y="6257880"/>
            <a:ext cx="64260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Issue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や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Pull Request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にマイルストーンを割り当て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380880" y="402840"/>
            <a:ext cx="2018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10. 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実践演習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9" name=""/>
          <p:cNvSpPr txBox="1"/>
          <p:nvPr/>
        </p:nvSpPr>
        <p:spPr>
          <a:xfrm>
            <a:off x="380880" y="1172520"/>
            <a:ext cx="315432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演習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1: 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基本的な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操作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641520" y="1743120"/>
            <a:ext cx="3050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新しいフォルダを作成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1" name=""/>
          <p:cNvSpPr/>
          <p:nvPr/>
        </p:nvSpPr>
        <p:spPr>
          <a:xfrm>
            <a:off x="933120" y="2238120"/>
            <a:ext cx="1219680" cy="371880"/>
          </a:xfrm>
          <a:custGeom>
            <a:avLst/>
            <a:gdLst/>
            <a:ahLst/>
            <a:rect l="0" t="0" r="r" b="b"/>
            <a:pathLst>
              <a:path w="3388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229" y="0"/>
                </a:lnTo>
                <a:cubicBezTo>
                  <a:pt x="3240" y="0"/>
                  <a:pt x="3250" y="1"/>
                  <a:pt x="3260" y="3"/>
                </a:cubicBezTo>
                <a:cubicBezTo>
                  <a:pt x="3271" y="5"/>
                  <a:pt x="3280" y="8"/>
                  <a:pt x="3290" y="12"/>
                </a:cubicBezTo>
                <a:cubicBezTo>
                  <a:pt x="3300" y="16"/>
                  <a:pt x="3309" y="21"/>
                  <a:pt x="3318" y="27"/>
                </a:cubicBezTo>
                <a:cubicBezTo>
                  <a:pt x="3326" y="33"/>
                  <a:pt x="3334" y="39"/>
                  <a:pt x="3342" y="47"/>
                </a:cubicBezTo>
                <a:cubicBezTo>
                  <a:pt x="3349" y="54"/>
                  <a:pt x="3356" y="62"/>
                  <a:pt x="3361" y="71"/>
                </a:cubicBezTo>
                <a:cubicBezTo>
                  <a:pt x="3367" y="79"/>
                  <a:pt x="3372" y="89"/>
                  <a:pt x="3376" y="98"/>
                </a:cubicBezTo>
                <a:cubicBezTo>
                  <a:pt x="3380" y="108"/>
                  <a:pt x="3383" y="118"/>
                  <a:pt x="3385" y="128"/>
                </a:cubicBezTo>
                <a:cubicBezTo>
                  <a:pt x="3387" y="138"/>
                  <a:pt x="3388" y="149"/>
                  <a:pt x="3388" y="159"/>
                </a:cubicBezTo>
                <a:lnTo>
                  <a:pt x="3388" y="874"/>
                </a:lnTo>
                <a:cubicBezTo>
                  <a:pt x="3388" y="885"/>
                  <a:pt x="3387" y="895"/>
                  <a:pt x="3385" y="905"/>
                </a:cubicBezTo>
                <a:cubicBezTo>
                  <a:pt x="3383" y="916"/>
                  <a:pt x="3380" y="925"/>
                  <a:pt x="3376" y="935"/>
                </a:cubicBezTo>
                <a:cubicBezTo>
                  <a:pt x="3372" y="945"/>
                  <a:pt x="3367" y="954"/>
                  <a:pt x="3361" y="963"/>
                </a:cubicBezTo>
                <a:cubicBezTo>
                  <a:pt x="3356" y="971"/>
                  <a:pt x="3349" y="979"/>
                  <a:pt x="3342" y="987"/>
                </a:cubicBezTo>
                <a:cubicBezTo>
                  <a:pt x="3334" y="994"/>
                  <a:pt x="3326" y="1001"/>
                  <a:pt x="3318" y="1006"/>
                </a:cubicBezTo>
                <a:cubicBezTo>
                  <a:pt x="3309" y="1012"/>
                  <a:pt x="3300" y="1017"/>
                  <a:pt x="3290" y="1021"/>
                </a:cubicBezTo>
                <a:cubicBezTo>
                  <a:pt x="3280" y="1025"/>
                  <a:pt x="3271" y="1028"/>
                  <a:pt x="3260" y="1030"/>
                </a:cubicBezTo>
                <a:cubicBezTo>
                  <a:pt x="3250" y="1032"/>
                  <a:pt x="3240" y="1033"/>
                  <a:pt x="3229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40" y="979"/>
                  <a:pt x="33" y="971"/>
                  <a:pt x="27" y="963"/>
                </a:cubicBezTo>
                <a:cubicBezTo>
                  <a:pt x="21" y="954"/>
                  <a:pt x="16" y="945"/>
                  <a:pt x="13" y="935"/>
                </a:cubicBezTo>
                <a:cubicBezTo>
                  <a:pt x="9" y="925"/>
                  <a:pt x="6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641520" y="2228760"/>
            <a:ext cx="292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1027440" y="2329920"/>
            <a:ext cx="103284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init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4" name=""/>
          <p:cNvSpPr txBox="1"/>
          <p:nvPr/>
        </p:nvSpPr>
        <p:spPr>
          <a:xfrm>
            <a:off x="2153880" y="2228760"/>
            <a:ext cx="2759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でリポジトリを初期化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5" name=""/>
          <p:cNvSpPr/>
          <p:nvPr/>
        </p:nvSpPr>
        <p:spPr>
          <a:xfrm>
            <a:off x="933120" y="2733480"/>
            <a:ext cx="1352880" cy="371880"/>
          </a:xfrm>
          <a:custGeom>
            <a:avLst/>
            <a:gdLst/>
            <a:ahLst/>
            <a:rect l="0" t="0" r="r" b="b"/>
            <a:pathLst>
              <a:path w="3758" h="1033">
                <a:moveTo>
                  <a:pt x="0" y="874"/>
                </a:moveTo>
                <a:lnTo>
                  <a:pt x="0" y="160"/>
                </a:lnTo>
                <a:cubicBezTo>
                  <a:pt x="0" y="149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600" y="0"/>
                </a:lnTo>
                <a:cubicBezTo>
                  <a:pt x="3610" y="0"/>
                  <a:pt x="3620" y="1"/>
                  <a:pt x="3631" y="3"/>
                </a:cubicBezTo>
                <a:cubicBezTo>
                  <a:pt x="3641" y="5"/>
                  <a:pt x="3651" y="8"/>
                  <a:pt x="3660" y="12"/>
                </a:cubicBezTo>
                <a:cubicBezTo>
                  <a:pt x="3670" y="16"/>
                  <a:pt x="3679" y="21"/>
                  <a:pt x="3688" y="27"/>
                </a:cubicBezTo>
                <a:cubicBezTo>
                  <a:pt x="3697" y="33"/>
                  <a:pt x="3705" y="39"/>
                  <a:pt x="3712" y="47"/>
                </a:cubicBezTo>
                <a:cubicBezTo>
                  <a:pt x="3719" y="54"/>
                  <a:pt x="3726" y="62"/>
                  <a:pt x="3732" y="71"/>
                </a:cubicBezTo>
                <a:cubicBezTo>
                  <a:pt x="3738" y="79"/>
                  <a:pt x="3742" y="88"/>
                  <a:pt x="3746" y="98"/>
                </a:cubicBezTo>
                <a:cubicBezTo>
                  <a:pt x="3750" y="108"/>
                  <a:pt x="3753" y="118"/>
                  <a:pt x="3755" y="128"/>
                </a:cubicBezTo>
                <a:cubicBezTo>
                  <a:pt x="3757" y="138"/>
                  <a:pt x="3758" y="149"/>
                  <a:pt x="3758" y="160"/>
                </a:cubicBezTo>
                <a:lnTo>
                  <a:pt x="3758" y="874"/>
                </a:lnTo>
                <a:cubicBezTo>
                  <a:pt x="3758" y="885"/>
                  <a:pt x="3757" y="895"/>
                  <a:pt x="3755" y="905"/>
                </a:cubicBezTo>
                <a:cubicBezTo>
                  <a:pt x="3753" y="915"/>
                  <a:pt x="3750" y="925"/>
                  <a:pt x="3746" y="935"/>
                </a:cubicBezTo>
                <a:cubicBezTo>
                  <a:pt x="3742" y="945"/>
                  <a:pt x="3738" y="954"/>
                  <a:pt x="3732" y="962"/>
                </a:cubicBezTo>
                <a:cubicBezTo>
                  <a:pt x="3726" y="971"/>
                  <a:pt x="3719" y="979"/>
                  <a:pt x="3712" y="986"/>
                </a:cubicBezTo>
                <a:cubicBezTo>
                  <a:pt x="3705" y="994"/>
                  <a:pt x="3697" y="1000"/>
                  <a:pt x="3688" y="1006"/>
                </a:cubicBezTo>
                <a:cubicBezTo>
                  <a:pt x="3679" y="1012"/>
                  <a:pt x="3670" y="1017"/>
                  <a:pt x="3661" y="1021"/>
                </a:cubicBezTo>
                <a:cubicBezTo>
                  <a:pt x="3651" y="1025"/>
                  <a:pt x="3641" y="1028"/>
                  <a:pt x="3631" y="1030"/>
                </a:cubicBezTo>
                <a:cubicBezTo>
                  <a:pt x="3620" y="1032"/>
                  <a:pt x="3610" y="1033"/>
                  <a:pt x="3600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4"/>
                  <a:pt x="16" y="945"/>
                  <a:pt x="13" y="935"/>
                </a:cubicBezTo>
                <a:cubicBezTo>
                  <a:pt x="9" y="925"/>
                  <a:pt x="6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641520" y="2724120"/>
            <a:ext cx="292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1027440" y="2825280"/>
            <a:ext cx="116208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README.md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2283120" y="2724120"/>
            <a:ext cx="3586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ファイルを作成してコミット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59" name=""/>
          <p:cNvSpPr txBox="1"/>
          <p:nvPr/>
        </p:nvSpPr>
        <p:spPr>
          <a:xfrm>
            <a:off x="641520" y="3228840"/>
            <a:ext cx="4430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ファイルを編集して再度コミット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0" name=""/>
          <p:cNvSpPr/>
          <p:nvPr/>
        </p:nvSpPr>
        <p:spPr>
          <a:xfrm>
            <a:off x="933120" y="3714480"/>
            <a:ext cx="1095840" cy="371880"/>
          </a:xfrm>
          <a:custGeom>
            <a:avLst/>
            <a:gdLst/>
            <a:ahLst/>
            <a:rect l="0" t="0" r="r" b="b"/>
            <a:pathLst>
              <a:path w="3044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85" y="0"/>
                </a:lnTo>
                <a:cubicBezTo>
                  <a:pt x="2896" y="0"/>
                  <a:pt x="2906" y="1"/>
                  <a:pt x="2916" y="3"/>
                </a:cubicBezTo>
                <a:cubicBezTo>
                  <a:pt x="2927" y="5"/>
                  <a:pt x="2936" y="8"/>
                  <a:pt x="2946" y="12"/>
                </a:cubicBezTo>
                <a:cubicBezTo>
                  <a:pt x="2956" y="16"/>
                  <a:pt x="2965" y="21"/>
                  <a:pt x="2974" y="27"/>
                </a:cubicBezTo>
                <a:cubicBezTo>
                  <a:pt x="2982" y="33"/>
                  <a:pt x="2990" y="39"/>
                  <a:pt x="2998" y="47"/>
                </a:cubicBezTo>
                <a:cubicBezTo>
                  <a:pt x="3005" y="54"/>
                  <a:pt x="3012" y="62"/>
                  <a:pt x="3017" y="71"/>
                </a:cubicBezTo>
                <a:cubicBezTo>
                  <a:pt x="3023" y="79"/>
                  <a:pt x="3028" y="89"/>
                  <a:pt x="3032" y="98"/>
                </a:cubicBezTo>
                <a:cubicBezTo>
                  <a:pt x="3036" y="108"/>
                  <a:pt x="3039" y="118"/>
                  <a:pt x="3041" y="128"/>
                </a:cubicBezTo>
                <a:cubicBezTo>
                  <a:pt x="3043" y="138"/>
                  <a:pt x="3044" y="149"/>
                  <a:pt x="3044" y="159"/>
                </a:cubicBezTo>
                <a:lnTo>
                  <a:pt x="3044" y="874"/>
                </a:lnTo>
                <a:cubicBezTo>
                  <a:pt x="3044" y="885"/>
                  <a:pt x="3043" y="895"/>
                  <a:pt x="3041" y="905"/>
                </a:cubicBezTo>
                <a:cubicBezTo>
                  <a:pt x="3039" y="916"/>
                  <a:pt x="3036" y="925"/>
                  <a:pt x="3032" y="935"/>
                </a:cubicBezTo>
                <a:cubicBezTo>
                  <a:pt x="3028" y="945"/>
                  <a:pt x="3023" y="954"/>
                  <a:pt x="3017" y="963"/>
                </a:cubicBezTo>
                <a:cubicBezTo>
                  <a:pt x="3012" y="971"/>
                  <a:pt x="3005" y="979"/>
                  <a:pt x="2998" y="987"/>
                </a:cubicBezTo>
                <a:cubicBezTo>
                  <a:pt x="2990" y="994"/>
                  <a:pt x="2982" y="1001"/>
                  <a:pt x="2974" y="1006"/>
                </a:cubicBezTo>
                <a:cubicBezTo>
                  <a:pt x="2965" y="1012"/>
                  <a:pt x="2956" y="1017"/>
                  <a:pt x="2946" y="1021"/>
                </a:cubicBezTo>
                <a:cubicBezTo>
                  <a:pt x="2936" y="1025"/>
                  <a:pt x="2927" y="1028"/>
                  <a:pt x="2916" y="1030"/>
                </a:cubicBezTo>
                <a:cubicBezTo>
                  <a:pt x="2906" y="1032"/>
                  <a:pt x="2896" y="1033"/>
                  <a:pt x="2885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1"/>
                  <a:pt x="54" y="994"/>
                  <a:pt x="47" y="987"/>
                </a:cubicBezTo>
                <a:cubicBezTo>
                  <a:pt x="40" y="979"/>
                  <a:pt x="33" y="971"/>
                  <a:pt x="27" y="963"/>
                </a:cubicBezTo>
                <a:cubicBezTo>
                  <a:pt x="21" y="954"/>
                  <a:pt x="16" y="945"/>
                  <a:pt x="13" y="935"/>
                </a:cubicBezTo>
                <a:cubicBezTo>
                  <a:pt x="9" y="925"/>
                  <a:pt x="6" y="916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641520" y="3705120"/>
            <a:ext cx="292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5.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1027440" y="380628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log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2025000" y="3705120"/>
            <a:ext cx="16556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で履歴を確認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380880" y="4325400"/>
            <a:ext cx="39603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演習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2: 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ブランチを使った作業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5" name=""/>
          <p:cNvSpPr/>
          <p:nvPr/>
        </p:nvSpPr>
        <p:spPr>
          <a:xfrm>
            <a:off x="933120" y="4905360"/>
            <a:ext cx="1095840" cy="371520"/>
          </a:xfrm>
          <a:custGeom>
            <a:avLst/>
            <a:gdLst/>
            <a:ahLst/>
            <a:rect l="0" t="0" r="r" b="b"/>
            <a:pathLst>
              <a:path w="3044" h="1032">
                <a:moveTo>
                  <a:pt x="0" y="874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85" y="0"/>
                </a:lnTo>
                <a:cubicBezTo>
                  <a:pt x="2896" y="0"/>
                  <a:pt x="2906" y="1"/>
                  <a:pt x="2916" y="3"/>
                </a:cubicBezTo>
                <a:cubicBezTo>
                  <a:pt x="2927" y="5"/>
                  <a:pt x="2936" y="8"/>
                  <a:pt x="2946" y="12"/>
                </a:cubicBezTo>
                <a:cubicBezTo>
                  <a:pt x="2956" y="16"/>
                  <a:pt x="2965" y="21"/>
                  <a:pt x="2974" y="26"/>
                </a:cubicBezTo>
                <a:cubicBezTo>
                  <a:pt x="2982" y="32"/>
                  <a:pt x="2990" y="39"/>
                  <a:pt x="2998" y="46"/>
                </a:cubicBezTo>
                <a:cubicBezTo>
                  <a:pt x="3005" y="53"/>
                  <a:pt x="3012" y="61"/>
                  <a:pt x="3017" y="70"/>
                </a:cubicBezTo>
                <a:cubicBezTo>
                  <a:pt x="3023" y="79"/>
                  <a:pt x="3028" y="88"/>
                  <a:pt x="3032" y="98"/>
                </a:cubicBezTo>
                <a:cubicBezTo>
                  <a:pt x="3036" y="107"/>
                  <a:pt x="3039" y="117"/>
                  <a:pt x="3041" y="127"/>
                </a:cubicBezTo>
                <a:cubicBezTo>
                  <a:pt x="3043" y="138"/>
                  <a:pt x="3044" y="148"/>
                  <a:pt x="3044" y="158"/>
                </a:cubicBezTo>
                <a:lnTo>
                  <a:pt x="3044" y="874"/>
                </a:lnTo>
                <a:cubicBezTo>
                  <a:pt x="3044" y="884"/>
                  <a:pt x="3043" y="894"/>
                  <a:pt x="3041" y="905"/>
                </a:cubicBezTo>
                <a:cubicBezTo>
                  <a:pt x="3039" y="915"/>
                  <a:pt x="3036" y="925"/>
                  <a:pt x="3032" y="934"/>
                </a:cubicBezTo>
                <a:cubicBezTo>
                  <a:pt x="3028" y="944"/>
                  <a:pt x="3023" y="953"/>
                  <a:pt x="3017" y="962"/>
                </a:cubicBezTo>
                <a:cubicBezTo>
                  <a:pt x="3012" y="971"/>
                  <a:pt x="3005" y="979"/>
                  <a:pt x="2998" y="986"/>
                </a:cubicBezTo>
                <a:cubicBezTo>
                  <a:pt x="2990" y="993"/>
                  <a:pt x="2982" y="1000"/>
                  <a:pt x="2974" y="1006"/>
                </a:cubicBezTo>
                <a:cubicBezTo>
                  <a:pt x="2965" y="1011"/>
                  <a:pt x="2956" y="1016"/>
                  <a:pt x="2946" y="1020"/>
                </a:cubicBezTo>
                <a:cubicBezTo>
                  <a:pt x="2936" y="1024"/>
                  <a:pt x="2927" y="1027"/>
                  <a:pt x="2916" y="1029"/>
                </a:cubicBezTo>
                <a:cubicBezTo>
                  <a:pt x="2906" y="1031"/>
                  <a:pt x="2896" y="1032"/>
                  <a:pt x="2885" y="1032"/>
                </a:cubicBezTo>
                <a:lnTo>
                  <a:pt x="159" y="1032"/>
                </a:lnTo>
                <a:cubicBezTo>
                  <a:pt x="149" y="1032"/>
                  <a:pt x="138" y="1031"/>
                  <a:pt x="128" y="1029"/>
                </a:cubicBezTo>
                <a:cubicBezTo>
                  <a:pt x="118" y="1027"/>
                  <a:pt x="108" y="1024"/>
                  <a:pt x="98" y="1020"/>
                </a:cubicBezTo>
                <a:cubicBezTo>
                  <a:pt x="89" y="1016"/>
                  <a:pt x="80" y="1011"/>
                  <a:pt x="71" y="1006"/>
                </a:cubicBezTo>
                <a:cubicBezTo>
                  <a:pt x="62" y="1000"/>
                  <a:pt x="54" y="993"/>
                  <a:pt x="47" y="986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3"/>
                  <a:pt x="16" y="944"/>
                  <a:pt x="13" y="934"/>
                </a:cubicBezTo>
                <a:cubicBezTo>
                  <a:pt x="9" y="925"/>
                  <a:pt x="6" y="915"/>
                  <a:pt x="3" y="905"/>
                </a:cubicBezTo>
                <a:cubicBezTo>
                  <a:pt x="1" y="894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641520" y="4896000"/>
            <a:ext cx="292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1027440" y="499680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feature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2025000" y="489600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ブランチを作成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69" name=""/>
          <p:cNvSpPr txBox="1"/>
          <p:nvPr/>
        </p:nvSpPr>
        <p:spPr>
          <a:xfrm>
            <a:off x="641520" y="5391000"/>
            <a:ext cx="47059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ブランチ上でファイルを追加‧編集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641520" y="5877000"/>
            <a:ext cx="1395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コミット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1" name=""/>
          <p:cNvSpPr/>
          <p:nvPr/>
        </p:nvSpPr>
        <p:spPr>
          <a:xfrm>
            <a:off x="933120" y="637200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801" y="0"/>
                </a:lnTo>
                <a:cubicBezTo>
                  <a:pt x="1811" y="0"/>
                  <a:pt x="1821" y="1"/>
                  <a:pt x="1832" y="3"/>
                </a:cubicBezTo>
                <a:cubicBezTo>
                  <a:pt x="1842" y="5"/>
                  <a:pt x="1852" y="8"/>
                  <a:pt x="1861" y="12"/>
                </a:cubicBezTo>
                <a:cubicBezTo>
                  <a:pt x="1871" y="16"/>
                  <a:pt x="1880" y="21"/>
                  <a:pt x="1889" y="27"/>
                </a:cubicBezTo>
                <a:cubicBezTo>
                  <a:pt x="1897" y="33"/>
                  <a:pt x="1905" y="39"/>
                  <a:pt x="1913" y="47"/>
                </a:cubicBezTo>
                <a:cubicBezTo>
                  <a:pt x="1920" y="54"/>
                  <a:pt x="1927" y="62"/>
                  <a:pt x="1933" y="71"/>
                </a:cubicBezTo>
                <a:cubicBezTo>
                  <a:pt x="1938" y="79"/>
                  <a:pt x="1943" y="88"/>
                  <a:pt x="1947" y="98"/>
                </a:cubicBezTo>
                <a:cubicBezTo>
                  <a:pt x="1951" y="108"/>
                  <a:pt x="1954" y="118"/>
                  <a:pt x="1956" y="128"/>
                </a:cubicBezTo>
                <a:cubicBezTo>
                  <a:pt x="1958" y="138"/>
                  <a:pt x="1959" y="148"/>
                  <a:pt x="1959" y="159"/>
                </a:cubicBezTo>
                <a:lnTo>
                  <a:pt x="1959" y="874"/>
                </a:lnTo>
                <a:cubicBezTo>
                  <a:pt x="1959" y="885"/>
                  <a:pt x="1958" y="895"/>
                  <a:pt x="1956" y="905"/>
                </a:cubicBezTo>
                <a:cubicBezTo>
                  <a:pt x="1954" y="915"/>
                  <a:pt x="1951" y="925"/>
                  <a:pt x="1947" y="935"/>
                </a:cubicBezTo>
                <a:cubicBezTo>
                  <a:pt x="1943" y="945"/>
                  <a:pt x="1938" y="954"/>
                  <a:pt x="1933" y="962"/>
                </a:cubicBezTo>
                <a:cubicBezTo>
                  <a:pt x="1927" y="971"/>
                  <a:pt x="1920" y="979"/>
                  <a:pt x="1913" y="987"/>
                </a:cubicBezTo>
                <a:cubicBezTo>
                  <a:pt x="1905" y="994"/>
                  <a:pt x="1897" y="1000"/>
                  <a:pt x="1889" y="1006"/>
                </a:cubicBezTo>
                <a:cubicBezTo>
                  <a:pt x="1880" y="1012"/>
                  <a:pt x="1871" y="1017"/>
                  <a:pt x="1861" y="1021"/>
                </a:cubicBezTo>
                <a:cubicBezTo>
                  <a:pt x="1852" y="1025"/>
                  <a:pt x="1842" y="1028"/>
                  <a:pt x="1832" y="1030"/>
                </a:cubicBezTo>
                <a:cubicBezTo>
                  <a:pt x="1821" y="1032"/>
                  <a:pt x="1811" y="1033"/>
                  <a:pt x="1801" y="1033"/>
                </a:cubicBezTo>
                <a:lnTo>
                  <a:pt x="159" y="1033"/>
                </a:lnTo>
                <a:cubicBezTo>
                  <a:pt x="149" y="1033"/>
                  <a:pt x="138" y="1032"/>
                  <a:pt x="128" y="1030"/>
                </a:cubicBezTo>
                <a:cubicBezTo>
                  <a:pt x="118" y="1028"/>
                  <a:pt x="108" y="1025"/>
                  <a:pt x="98" y="1021"/>
                </a:cubicBezTo>
                <a:cubicBezTo>
                  <a:pt x="89" y="1017"/>
                  <a:pt x="80" y="1012"/>
                  <a:pt x="71" y="1006"/>
                </a:cubicBezTo>
                <a:cubicBezTo>
                  <a:pt x="62" y="1000"/>
                  <a:pt x="54" y="994"/>
                  <a:pt x="47" y="987"/>
                </a:cubicBezTo>
                <a:cubicBezTo>
                  <a:pt x="40" y="979"/>
                  <a:pt x="33" y="971"/>
                  <a:pt x="27" y="962"/>
                </a:cubicBezTo>
                <a:cubicBezTo>
                  <a:pt x="21" y="954"/>
                  <a:pt x="16" y="945"/>
                  <a:pt x="13" y="935"/>
                </a:cubicBezTo>
                <a:cubicBezTo>
                  <a:pt x="9" y="925"/>
                  <a:pt x="6" y="915"/>
                  <a:pt x="3" y="905"/>
                </a:cubicBezTo>
                <a:cubicBezTo>
                  <a:pt x="1" y="895"/>
                  <a:pt x="0" y="885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641520" y="6362640"/>
            <a:ext cx="292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1027440" y="6463800"/>
            <a:ext cx="516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main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1637640" y="6362640"/>
            <a:ext cx="19317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ブランチに戻る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8" name=""/>
          <p:cNvSpPr txBox="1"/>
          <p:nvPr/>
        </p:nvSpPr>
        <p:spPr>
          <a:xfrm>
            <a:off x="380880" y="2001240"/>
            <a:ext cx="283644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演習</a:t>
            </a:r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3: GitHub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を使う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641520" y="2571840"/>
            <a:ext cx="3683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でリポジトリを作成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641520" y="3048120"/>
            <a:ext cx="3878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ローカルのコードをプッシュ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641520" y="3533760"/>
            <a:ext cx="4800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の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Web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サイトでコードを確認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641520" y="4019400"/>
            <a:ext cx="4430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ローカルで変更して再度プッシュ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641520" y="4505400"/>
            <a:ext cx="53388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5. 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上で変更が反映されているか確認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380880" y="402840"/>
            <a:ext cx="201888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11. </a:t>
            </a:r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参考資料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88" name=""/>
          <p:cNvSpPr/>
          <p:nvPr/>
        </p:nvSpPr>
        <p:spPr>
          <a:xfrm>
            <a:off x="657000" y="1866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8" y="184"/>
                  <a:pt x="285" y="193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89" name=""/>
          <p:cNvSpPr txBox="1"/>
          <p:nvPr/>
        </p:nvSpPr>
        <p:spPr>
          <a:xfrm>
            <a:off x="380880" y="1172520"/>
            <a:ext cx="2426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公式ドキュメント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0" name=""/>
          <p:cNvSpPr/>
          <p:nvPr/>
        </p:nvSpPr>
        <p:spPr>
          <a:xfrm>
            <a:off x="657000" y="235260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3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91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7"/>
                  <a:pt x="57" y="31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7"/>
                  <a:pt x="109" y="4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1"/>
                  <a:pt x="243" y="37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1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933480" y="1743120"/>
            <a:ext cx="25776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公式ドキュメント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933480" y="2228760"/>
            <a:ext cx="3116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公式ドキュメント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3" name=""/>
          <p:cNvSpPr/>
          <p:nvPr/>
        </p:nvSpPr>
        <p:spPr>
          <a:xfrm>
            <a:off x="657000" y="35240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8" y="183"/>
                  <a:pt x="285" y="192"/>
                  <a:pt x="281" y="201"/>
                </a:cubicBezTo>
                <a:cubicBezTo>
                  <a:pt x="277" y="210"/>
                  <a:pt x="273" y="219"/>
                  <a:pt x="268" y="226"/>
                </a:cubicBezTo>
                <a:cubicBezTo>
                  <a:pt x="262" y="234"/>
                  <a:pt x="256" y="242"/>
                  <a:pt x="250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4"/>
                  <a:pt x="25" y="226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8" y="192"/>
                  <a:pt x="5" y="183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380880" y="2839320"/>
            <a:ext cx="182052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学習リソース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5" name=""/>
          <p:cNvSpPr/>
          <p:nvPr/>
        </p:nvSpPr>
        <p:spPr>
          <a:xfrm>
            <a:off x="657000" y="40096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7"/>
                  <a:pt x="291" y="166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2"/>
                  <a:pt x="156" y="292"/>
                  <a:pt x="147" y="292"/>
                </a:cubicBezTo>
                <a:cubicBezTo>
                  <a:pt x="137" y="292"/>
                  <a:pt x="128" y="292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7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9"/>
                  <a:pt x="8" y="100"/>
                  <a:pt x="11" y="91"/>
                </a:cubicBezTo>
                <a:cubicBezTo>
                  <a:pt x="15" y="82"/>
                  <a:pt x="19" y="74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2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2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4"/>
                  <a:pt x="277" y="82"/>
                  <a:pt x="281" y="91"/>
                </a:cubicBezTo>
                <a:cubicBezTo>
                  <a:pt x="285" y="100"/>
                  <a:pt x="288" y="109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96" name=""/>
          <p:cNvSpPr txBox="1"/>
          <p:nvPr/>
        </p:nvSpPr>
        <p:spPr>
          <a:xfrm>
            <a:off x="933480" y="3400560"/>
            <a:ext cx="69040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Learn Git Branching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 -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ブランチの概念を視覚的に学べる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933480" y="3886200"/>
            <a:ext cx="498420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GitHub Skills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 - 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公式の学習コース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98" name=""/>
          <p:cNvSpPr/>
          <p:nvPr/>
        </p:nvSpPr>
        <p:spPr>
          <a:xfrm>
            <a:off x="657000" y="51908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5"/>
                  <a:pt x="291" y="165"/>
                  <a:pt x="289" y="174"/>
                </a:cubicBezTo>
                <a:cubicBezTo>
                  <a:pt x="288" y="184"/>
                  <a:pt x="285" y="193"/>
                  <a:pt x="281" y="201"/>
                </a:cubicBezTo>
                <a:cubicBezTo>
                  <a:pt x="277" y="210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5"/>
                  <a:pt x="235" y="261"/>
                  <a:pt x="227" y="267"/>
                </a:cubicBezTo>
                <a:cubicBezTo>
                  <a:pt x="220" y="272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2"/>
                  <a:pt x="65" y="267"/>
                </a:cubicBezTo>
                <a:cubicBezTo>
                  <a:pt x="57" y="261"/>
                  <a:pt x="50" y="255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0"/>
                  <a:pt x="11" y="201"/>
                </a:cubicBezTo>
                <a:cubicBezTo>
                  <a:pt x="8" y="193"/>
                  <a:pt x="5" y="184"/>
                  <a:pt x="3" y="174"/>
                </a:cubicBezTo>
                <a:cubicBezTo>
                  <a:pt x="1" y="165"/>
                  <a:pt x="0" y="155"/>
                  <a:pt x="0" y="146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380880" y="4496760"/>
            <a:ext cx="18003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OSS</a:t>
            </a:r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活⽤事例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0" name=""/>
          <p:cNvSpPr txBox="1"/>
          <p:nvPr/>
        </p:nvSpPr>
        <p:spPr>
          <a:xfrm>
            <a:off x="933480" y="5067360"/>
            <a:ext cx="10748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OSS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を活⽤した「⼋王⼦市防災マップ」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 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- GitHub Pages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OSS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を活⽤した防災マップの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1" name=""/>
          <p:cNvSpPr/>
          <p:nvPr/>
        </p:nvSpPr>
        <p:spPr>
          <a:xfrm>
            <a:off x="657000" y="608616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5"/>
                  <a:pt x="285" y="194"/>
                  <a:pt x="281" y="203"/>
                </a:cubicBezTo>
                <a:cubicBezTo>
                  <a:pt x="277" y="211"/>
                  <a:pt x="273" y="220"/>
                  <a:pt x="268" y="228"/>
                </a:cubicBezTo>
                <a:cubicBezTo>
                  <a:pt x="262" y="236"/>
                  <a:pt x="256" y="243"/>
                  <a:pt x="250" y="250"/>
                </a:cubicBezTo>
                <a:cubicBezTo>
                  <a:pt x="243" y="257"/>
                  <a:pt x="235" y="263"/>
                  <a:pt x="227" y="268"/>
                </a:cubicBezTo>
                <a:cubicBezTo>
                  <a:pt x="220" y="273"/>
                  <a:pt x="211" y="278"/>
                  <a:pt x="202" y="281"/>
                </a:cubicBezTo>
                <a:cubicBezTo>
                  <a:pt x="194" y="285"/>
                  <a:pt x="184" y="288"/>
                  <a:pt x="175" y="290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90"/>
                </a:cubicBezTo>
                <a:cubicBezTo>
                  <a:pt x="109" y="288"/>
                  <a:pt x="100" y="285"/>
                  <a:pt x="91" y="281"/>
                </a:cubicBezTo>
                <a:cubicBezTo>
                  <a:pt x="82" y="278"/>
                  <a:pt x="74" y="273"/>
                  <a:pt x="65" y="268"/>
                </a:cubicBezTo>
                <a:cubicBezTo>
                  <a:pt x="57" y="263"/>
                  <a:pt x="50" y="257"/>
                  <a:pt x="43" y="250"/>
                </a:cubicBezTo>
                <a:cubicBezTo>
                  <a:pt x="36" y="243"/>
                  <a:pt x="30" y="236"/>
                  <a:pt x="25" y="228"/>
                </a:cubicBezTo>
                <a:cubicBezTo>
                  <a:pt x="19" y="220"/>
                  <a:pt x="15" y="211"/>
                  <a:pt x="11" y="203"/>
                </a:cubicBezTo>
                <a:cubicBezTo>
                  <a:pt x="8" y="194"/>
                  <a:pt x="5" y="185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7"/>
                  <a:pt x="1" y="128"/>
                  <a:pt x="3" y="119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20"/>
                  <a:pt x="82" y="15"/>
                  <a:pt x="91" y="11"/>
                </a:cubicBezTo>
                <a:cubicBezTo>
                  <a:pt x="100" y="8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8"/>
                  <a:pt x="202" y="11"/>
                </a:cubicBezTo>
                <a:cubicBezTo>
                  <a:pt x="211" y="15"/>
                  <a:pt x="220" y="20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9"/>
                </a:cubicBezTo>
                <a:cubicBezTo>
                  <a:pt x="291" y="128"/>
                  <a:pt x="292" y="137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02" name=""/>
          <p:cNvSpPr txBox="1"/>
          <p:nvPr/>
        </p:nvSpPr>
        <p:spPr>
          <a:xfrm>
            <a:off x="933480" y="5477040"/>
            <a:ext cx="5522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実例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3" name=""/>
          <p:cNvSpPr txBox="1"/>
          <p:nvPr/>
        </p:nvSpPr>
        <p:spPr>
          <a:xfrm>
            <a:off x="933480" y="5962680"/>
            <a:ext cx="10691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書籍「つながる⾏政サービス 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-1.0</a:t>
            </a:r>
            <a:r>
              <a:rPr b="0" lang="ja-JP" sz="2170" strike="noStrike" u="none">
                <a:solidFill>
                  <a:srgbClr val="0969da"/>
                </a:solidFill>
                <a:effectLst/>
                <a:uFillTx/>
                <a:latin typeface="NotoSansJP"/>
                <a:ea typeface="NotoSansJP"/>
              </a:rPr>
              <a:t>」サポートサイト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 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-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⾏政サービスに関する書籍のサポ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4" name=""/>
          <p:cNvSpPr txBox="1"/>
          <p:nvPr/>
        </p:nvSpPr>
        <p:spPr>
          <a:xfrm>
            <a:off x="933480" y="6372360"/>
            <a:ext cx="13798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ートサイト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8" name=""/>
          <p:cNvSpPr/>
          <p:nvPr/>
        </p:nvSpPr>
        <p:spPr>
          <a:xfrm>
            <a:off x="385560" y="1014120"/>
            <a:ext cx="11421000" cy="5353560"/>
          </a:xfrm>
          <a:custGeom>
            <a:avLst/>
            <a:gdLst/>
            <a:ahLst/>
            <a:rect l="0" t="0" r="r" b="b"/>
            <a:pathLst>
              <a:path w="31725" h="14871">
                <a:moveTo>
                  <a:pt x="0" y="147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14725"/>
                </a:lnTo>
                <a:cubicBezTo>
                  <a:pt x="31725" y="14735"/>
                  <a:pt x="31724" y="14744"/>
                  <a:pt x="31722" y="14754"/>
                </a:cubicBezTo>
                <a:cubicBezTo>
                  <a:pt x="31720" y="14763"/>
                  <a:pt x="31717" y="14772"/>
                  <a:pt x="31714" y="14781"/>
                </a:cubicBezTo>
                <a:cubicBezTo>
                  <a:pt x="31710" y="14790"/>
                  <a:pt x="31705" y="14798"/>
                  <a:pt x="31700" y="14806"/>
                </a:cubicBezTo>
                <a:cubicBezTo>
                  <a:pt x="31695" y="14814"/>
                  <a:pt x="31689" y="14822"/>
                  <a:pt x="31682" y="14828"/>
                </a:cubicBezTo>
                <a:cubicBezTo>
                  <a:pt x="31675" y="14835"/>
                  <a:pt x="31668" y="14841"/>
                  <a:pt x="31660" y="14846"/>
                </a:cubicBezTo>
                <a:cubicBezTo>
                  <a:pt x="31652" y="14852"/>
                  <a:pt x="31644" y="14856"/>
                  <a:pt x="31635" y="14860"/>
                </a:cubicBezTo>
                <a:cubicBezTo>
                  <a:pt x="31626" y="14863"/>
                  <a:pt x="31617" y="14866"/>
                  <a:pt x="31607" y="14868"/>
                </a:cubicBezTo>
                <a:cubicBezTo>
                  <a:pt x="31598" y="14870"/>
                  <a:pt x="31589" y="14871"/>
                  <a:pt x="31579" y="14871"/>
                </a:cubicBezTo>
                <a:lnTo>
                  <a:pt x="146" y="14871"/>
                </a:lnTo>
                <a:cubicBezTo>
                  <a:pt x="136" y="14871"/>
                  <a:pt x="127" y="14870"/>
                  <a:pt x="117" y="14868"/>
                </a:cubicBezTo>
                <a:cubicBezTo>
                  <a:pt x="108" y="14866"/>
                  <a:pt x="99" y="14863"/>
                  <a:pt x="90" y="14860"/>
                </a:cubicBezTo>
                <a:cubicBezTo>
                  <a:pt x="81" y="14856"/>
                  <a:pt x="73" y="14852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2"/>
                  <a:pt x="30" y="14814"/>
                  <a:pt x="25" y="14806"/>
                </a:cubicBezTo>
                <a:cubicBezTo>
                  <a:pt x="19" y="14798"/>
                  <a:pt x="15" y="14790"/>
                  <a:pt x="11" y="14781"/>
                </a:cubicBezTo>
                <a:cubicBezTo>
                  <a:pt x="7" y="14772"/>
                  <a:pt x="5" y="14763"/>
                  <a:pt x="3" y="14754"/>
                </a:cubicBezTo>
                <a:cubicBezTo>
                  <a:pt x="1" y="14744"/>
                  <a:pt x="0" y="14735"/>
                  <a:pt x="0" y="14725"/>
                </a:cubicBez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09" name=""/>
          <p:cNvSpPr/>
          <p:nvPr/>
        </p:nvSpPr>
        <p:spPr>
          <a:xfrm>
            <a:off x="385560" y="1014120"/>
            <a:ext cx="11421000" cy="5353560"/>
          </a:xfrm>
          <a:custGeom>
            <a:avLst/>
            <a:gdLst/>
            <a:ahLst/>
            <a:rect l="0" t="0" r="r" b="b"/>
            <a:pathLst>
              <a:path w="31725" h="14871">
                <a:moveTo>
                  <a:pt x="0" y="14725"/>
                </a:moveTo>
                <a:lnTo>
                  <a:pt x="0" y="146"/>
                </a:ln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7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49" y="36"/>
                  <a:pt x="57" y="30"/>
                  <a:pt x="65" y="25"/>
                </a:cubicBezTo>
                <a:cubicBezTo>
                  <a:pt x="73" y="20"/>
                  <a:pt x="81" y="15"/>
                  <a:pt x="90" y="11"/>
                </a:cubicBezTo>
                <a:cubicBezTo>
                  <a:pt x="99" y="8"/>
                  <a:pt x="108" y="5"/>
                  <a:pt x="117" y="3"/>
                </a:cubicBezTo>
                <a:cubicBezTo>
                  <a:pt x="127" y="1"/>
                  <a:pt x="136" y="0"/>
                  <a:pt x="146" y="0"/>
                </a:cubicBezTo>
                <a:lnTo>
                  <a:pt x="31579" y="0"/>
                </a:lnTo>
                <a:cubicBezTo>
                  <a:pt x="31589" y="0"/>
                  <a:pt x="31598" y="1"/>
                  <a:pt x="31607" y="3"/>
                </a:cubicBezTo>
                <a:cubicBezTo>
                  <a:pt x="31617" y="5"/>
                  <a:pt x="31626" y="8"/>
                  <a:pt x="31635" y="11"/>
                </a:cubicBezTo>
                <a:cubicBezTo>
                  <a:pt x="31644" y="15"/>
                  <a:pt x="31652" y="20"/>
                  <a:pt x="31660" y="25"/>
                </a:cubicBezTo>
                <a:cubicBezTo>
                  <a:pt x="31668" y="30"/>
                  <a:pt x="31675" y="36"/>
                  <a:pt x="31682" y="43"/>
                </a:cubicBezTo>
                <a:cubicBezTo>
                  <a:pt x="31689" y="50"/>
                  <a:pt x="31695" y="57"/>
                  <a:pt x="31700" y="65"/>
                </a:cubicBezTo>
                <a:cubicBezTo>
                  <a:pt x="31705" y="73"/>
                  <a:pt x="31710" y="81"/>
                  <a:pt x="31714" y="90"/>
                </a:cubicBezTo>
                <a:cubicBezTo>
                  <a:pt x="31717" y="99"/>
                  <a:pt x="31720" y="108"/>
                  <a:pt x="31722" y="117"/>
                </a:cubicBezTo>
                <a:cubicBezTo>
                  <a:pt x="31724" y="127"/>
                  <a:pt x="31725" y="136"/>
                  <a:pt x="31725" y="146"/>
                </a:cubicBezTo>
                <a:lnTo>
                  <a:pt x="31725" y="14725"/>
                </a:lnTo>
                <a:cubicBezTo>
                  <a:pt x="31725" y="14735"/>
                  <a:pt x="31724" y="14744"/>
                  <a:pt x="31722" y="14754"/>
                </a:cubicBezTo>
                <a:cubicBezTo>
                  <a:pt x="31720" y="14763"/>
                  <a:pt x="31717" y="14772"/>
                  <a:pt x="31714" y="14781"/>
                </a:cubicBezTo>
                <a:cubicBezTo>
                  <a:pt x="31710" y="14790"/>
                  <a:pt x="31705" y="14798"/>
                  <a:pt x="31700" y="14806"/>
                </a:cubicBezTo>
                <a:cubicBezTo>
                  <a:pt x="31695" y="14814"/>
                  <a:pt x="31689" y="14822"/>
                  <a:pt x="31682" y="14828"/>
                </a:cubicBezTo>
                <a:cubicBezTo>
                  <a:pt x="31675" y="14835"/>
                  <a:pt x="31668" y="14841"/>
                  <a:pt x="31660" y="14846"/>
                </a:cubicBezTo>
                <a:cubicBezTo>
                  <a:pt x="31652" y="14852"/>
                  <a:pt x="31644" y="14856"/>
                  <a:pt x="31635" y="14860"/>
                </a:cubicBezTo>
                <a:cubicBezTo>
                  <a:pt x="31626" y="14863"/>
                  <a:pt x="31617" y="14866"/>
                  <a:pt x="31607" y="14868"/>
                </a:cubicBezTo>
                <a:cubicBezTo>
                  <a:pt x="31598" y="14870"/>
                  <a:pt x="31589" y="14871"/>
                  <a:pt x="31579" y="14871"/>
                </a:cubicBezTo>
                <a:lnTo>
                  <a:pt x="146" y="14871"/>
                </a:lnTo>
                <a:cubicBezTo>
                  <a:pt x="136" y="14871"/>
                  <a:pt x="127" y="14870"/>
                  <a:pt x="117" y="14868"/>
                </a:cubicBezTo>
                <a:cubicBezTo>
                  <a:pt x="108" y="14866"/>
                  <a:pt x="99" y="14863"/>
                  <a:pt x="90" y="14860"/>
                </a:cubicBezTo>
                <a:cubicBezTo>
                  <a:pt x="81" y="14856"/>
                  <a:pt x="73" y="14852"/>
                  <a:pt x="65" y="14846"/>
                </a:cubicBezTo>
                <a:cubicBezTo>
                  <a:pt x="57" y="14841"/>
                  <a:pt x="49" y="14835"/>
                  <a:pt x="43" y="14828"/>
                </a:cubicBezTo>
                <a:cubicBezTo>
                  <a:pt x="36" y="14822"/>
                  <a:pt x="30" y="14814"/>
                  <a:pt x="25" y="14806"/>
                </a:cubicBezTo>
                <a:cubicBezTo>
                  <a:pt x="19" y="14798"/>
                  <a:pt x="15" y="14790"/>
                  <a:pt x="11" y="14781"/>
                </a:cubicBezTo>
                <a:cubicBezTo>
                  <a:pt x="7" y="14772"/>
                  <a:pt x="5" y="14763"/>
                  <a:pt x="3" y="14754"/>
                </a:cubicBezTo>
                <a:cubicBezTo>
                  <a:pt x="1" y="14744"/>
                  <a:pt x="0" y="14735"/>
                  <a:pt x="0" y="14725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380880" y="496080"/>
            <a:ext cx="5459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39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よく使うコマンド⼀覧（チートシート）</a:t>
            </a:r>
            <a:endParaRPr b="0" lang="en-US" sz="239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1" name=""/>
          <p:cNvSpPr txBox="1"/>
          <p:nvPr/>
        </p:nvSpPr>
        <p:spPr>
          <a:xfrm>
            <a:off x="542880" y="1196640"/>
            <a:ext cx="185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2" name=""/>
          <p:cNvSpPr txBox="1"/>
          <p:nvPr/>
        </p:nvSpPr>
        <p:spPr>
          <a:xfrm>
            <a:off x="728280" y="1169640"/>
            <a:ext cx="13417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初期化・クローン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3" name=""/>
          <p:cNvSpPr txBox="1"/>
          <p:nvPr/>
        </p:nvSpPr>
        <p:spPr>
          <a:xfrm>
            <a:off x="542880" y="138816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init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4" name=""/>
          <p:cNvSpPr txBox="1"/>
          <p:nvPr/>
        </p:nvSpPr>
        <p:spPr>
          <a:xfrm>
            <a:off x="542880" y="1586520"/>
            <a:ext cx="1383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</a:t>
            </a:r>
            <a:r>
              <a:rPr b="0" lang="en-US" sz="1320" strike="noStrike" u="non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clone</a:t>
            </a:r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 &lt;URL&gt;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5" name=""/>
          <p:cNvSpPr txBox="1"/>
          <p:nvPr/>
        </p:nvSpPr>
        <p:spPr>
          <a:xfrm>
            <a:off x="542880" y="1969200"/>
            <a:ext cx="185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6" name=""/>
          <p:cNvSpPr txBox="1"/>
          <p:nvPr/>
        </p:nvSpPr>
        <p:spPr>
          <a:xfrm>
            <a:off x="728280" y="1942200"/>
            <a:ext cx="671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状態確認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7" name=""/>
          <p:cNvSpPr txBox="1"/>
          <p:nvPr/>
        </p:nvSpPr>
        <p:spPr>
          <a:xfrm>
            <a:off x="542880" y="216756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status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8" name=""/>
          <p:cNvSpPr txBox="1"/>
          <p:nvPr/>
        </p:nvSpPr>
        <p:spPr>
          <a:xfrm>
            <a:off x="542880" y="2359080"/>
            <a:ext cx="6458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</a:t>
            </a:r>
            <a:r>
              <a:rPr b="0" lang="en-US" sz="1320" strike="noStrike" u="none">
                <a:solidFill>
                  <a:srgbClr val="953800"/>
                </a:solidFill>
                <a:effectLst/>
                <a:uFillTx/>
                <a:latin typeface="Consolas"/>
                <a:ea typeface="Consolas"/>
              </a:rPr>
              <a:t>log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542880" y="255060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diff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0" name=""/>
          <p:cNvSpPr txBox="1"/>
          <p:nvPr/>
        </p:nvSpPr>
        <p:spPr>
          <a:xfrm>
            <a:off x="542880" y="2940120"/>
            <a:ext cx="185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728280" y="2912760"/>
            <a:ext cx="1006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ファイル操作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2" name=""/>
          <p:cNvSpPr txBox="1"/>
          <p:nvPr/>
        </p:nvSpPr>
        <p:spPr>
          <a:xfrm>
            <a:off x="542880" y="3131640"/>
            <a:ext cx="83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 &lt;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1377000" y="3104280"/>
            <a:ext cx="671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ファイル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2050920" y="3131640"/>
            <a:ext cx="168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&gt;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542880" y="3330000"/>
            <a:ext cx="83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add .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542880" y="3521160"/>
            <a:ext cx="1383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commit -m </a:t>
            </a:r>
            <a:r>
              <a:rPr b="0" lang="en-US" sz="132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1932840" y="3494160"/>
            <a:ext cx="83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0a3069"/>
                </a:solidFill>
                <a:effectLst/>
                <a:uFillTx/>
                <a:latin typeface="BIZ-UDGothic"/>
                <a:ea typeface="BIZ-UDGothic"/>
              </a:rPr>
              <a:t>メッセージ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2775600" y="3521160"/>
            <a:ext cx="168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0a3069"/>
                </a:solidFill>
                <a:effectLst/>
                <a:uFillTx/>
                <a:latin typeface="Consolas"/>
                <a:ea typeface="Consolas"/>
              </a:rPr>
              <a:t>"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542880" y="3712680"/>
            <a:ext cx="11988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restore &lt;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1747440" y="3685320"/>
            <a:ext cx="671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ファイル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1" name=""/>
          <p:cNvSpPr txBox="1"/>
          <p:nvPr/>
        </p:nvSpPr>
        <p:spPr>
          <a:xfrm>
            <a:off x="2421720" y="3712680"/>
            <a:ext cx="168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&gt;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542880" y="4102560"/>
            <a:ext cx="185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3" name=""/>
          <p:cNvSpPr txBox="1"/>
          <p:nvPr/>
        </p:nvSpPr>
        <p:spPr>
          <a:xfrm>
            <a:off x="728280" y="4075200"/>
            <a:ext cx="1006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ブランチ操作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4" name=""/>
          <p:cNvSpPr txBox="1"/>
          <p:nvPr/>
        </p:nvSpPr>
        <p:spPr>
          <a:xfrm>
            <a:off x="542880" y="4300560"/>
            <a:ext cx="9223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branch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542880" y="4492080"/>
            <a:ext cx="12909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checkout &lt;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1839960" y="4464720"/>
            <a:ext cx="671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ブランチ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2514240" y="4492080"/>
            <a:ext cx="168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&gt;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542880" y="4683600"/>
            <a:ext cx="15674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checkout -b &lt;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2118240" y="4656240"/>
            <a:ext cx="671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ブランチ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2792160" y="4683600"/>
            <a:ext cx="168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&gt;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542880" y="4881960"/>
            <a:ext cx="101448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merge &lt;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2" name=""/>
          <p:cNvSpPr txBox="1"/>
          <p:nvPr/>
        </p:nvSpPr>
        <p:spPr>
          <a:xfrm>
            <a:off x="1562040" y="4854600"/>
            <a:ext cx="671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1f2328"/>
                </a:solidFill>
                <a:effectLst/>
                <a:uFillTx/>
                <a:latin typeface="BIZ-UDGothic"/>
                <a:ea typeface="BIZ-UDGothic"/>
              </a:rPr>
              <a:t>ブランチ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2236320" y="4881960"/>
            <a:ext cx="16812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&gt;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4" name=""/>
          <p:cNvSpPr txBox="1"/>
          <p:nvPr/>
        </p:nvSpPr>
        <p:spPr>
          <a:xfrm>
            <a:off x="542880" y="5264640"/>
            <a:ext cx="18504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59636e"/>
                </a:solidFill>
                <a:effectLst/>
                <a:uFillTx/>
                <a:latin typeface="Consolas"/>
                <a:ea typeface="Consolas"/>
              </a:rPr>
              <a:t># 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5" name=""/>
          <p:cNvSpPr txBox="1"/>
          <p:nvPr/>
        </p:nvSpPr>
        <p:spPr>
          <a:xfrm>
            <a:off x="728280" y="5237280"/>
            <a:ext cx="10065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1320" strike="noStrike" u="none">
                <a:solidFill>
                  <a:srgbClr val="59636e"/>
                </a:solidFill>
                <a:effectLst/>
                <a:uFillTx/>
                <a:latin typeface="BIZ-UDGothic"/>
                <a:ea typeface="BIZ-UDGothic"/>
              </a:rPr>
              <a:t>リモート操作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542880" y="5463000"/>
            <a:ext cx="24894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remote add origin &lt;URL&gt;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542880" y="565452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push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542880" y="5845680"/>
            <a:ext cx="73800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pull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542880" y="6044040"/>
            <a:ext cx="830160" cy="168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2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fetch</a:t>
            </a:r>
            <a:endParaRPr b="0" lang="en-US" sz="132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380880" y="402840"/>
            <a:ext cx="1079640" cy="431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83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まとめ</a:t>
            </a:r>
            <a:endParaRPr b="0" lang="en-US" sz="283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380880" y="1133640"/>
            <a:ext cx="112096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と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は最初は難しく感じますが、基本的な操作を繰り返し練習することで慣れてい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5" name=""/>
          <p:cNvSpPr txBox="1"/>
          <p:nvPr/>
        </p:nvSpPr>
        <p:spPr>
          <a:xfrm>
            <a:off x="380880" y="1552680"/>
            <a:ext cx="1104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きます。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6" name=""/>
          <p:cNvSpPr txBox="1"/>
          <p:nvPr/>
        </p:nvSpPr>
        <p:spPr>
          <a:xfrm>
            <a:off x="380880" y="2114640"/>
            <a:ext cx="2008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重要なポイント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7" name=""/>
          <p:cNvSpPr txBox="1"/>
          <p:nvPr/>
        </p:nvSpPr>
        <p:spPr>
          <a:xfrm>
            <a:off x="641520" y="2685960"/>
            <a:ext cx="38782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1.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⼩さく、頻繁にコミットする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8" name=""/>
          <p:cNvSpPr txBox="1"/>
          <p:nvPr/>
        </p:nvSpPr>
        <p:spPr>
          <a:xfrm>
            <a:off x="641520" y="3171960"/>
            <a:ext cx="5257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2.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コミットメッセージは分かりやすく書く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59" name=""/>
          <p:cNvSpPr txBox="1"/>
          <p:nvPr/>
        </p:nvSpPr>
        <p:spPr>
          <a:xfrm>
            <a:off x="641520" y="3648240"/>
            <a:ext cx="443016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3.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ブランチを使って安全に実験する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0" name=""/>
          <p:cNvSpPr/>
          <p:nvPr/>
        </p:nvSpPr>
        <p:spPr>
          <a:xfrm>
            <a:off x="3143160" y="4143240"/>
            <a:ext cx="1476720" cy="371880"/>
          </a:xfrm>
          <a:custGeom>
            <a:avLst/>
            <a:gdLst/>
            <a:ahLst/>
            <a:rect l="0" t="0" r="r" b="b"/>
            <a:pathLst>
              <a:path w="4102" h="1033">
                <a:moveTo>
                  <a:pt x="0" y="87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8" y="0"/>
                </a:cubicBezTo>
                <a:lnTo>
                  <a:pt x="3943" y="0"/>
                </a:lnTo>
                <a:cubicBezTo>
                  <a:pt x="3953" y="0"/>
                  <a:pt x="3964" y="1"/>
                  <a:pt x="3974" y="3"/>
                </a:cubicBezTo>
                <a:cubicBezTo>
                  <a:pt x="3984" y="5"/>
                  <a:pt x="3994" y="8"/>
                  <a:pt x="4004" y="12"/>
                </a:cubicBezTo>
                <a:cubicBezTo>
                  <a:pt x="4013" y="16"/>
                  <a:pt x="4023" y="21"/>
                  <a:pt x="4031" y="27"/>
                </a:cubicBezTo>
                <a:cubicBezTo>
                  <a:pt x="4040" y="32"/>
                  <a:pt x="4048" y="39"/>
                  <a:pt x="4055" y="46"/>
                </a:cubicBezTo>
                <a:cubicBezTo>
                  <a:pt x="4063" y="54"/>
                  <a:pt x="4069" y="62"/>
                  <a:pt x="4075" y="70"/>
                </a:cubicBezTo>
                <a:cubicBezTo>
                  <a:pt x="4081" y="79"/>
                  <a:pt x="4086" y="88"/>
                  <a:pt x="4090" y="98"/>
                </a:cubicBezTo>
                <a:cubicBezTo>
                  <a:pt x="4094" y="108"/>
                  <a:pt x="4097" y="117"/>
                  <a:pt x="4099" y="128"/>
                </a:cubicBezTo>
                <a:cubicBezTo>
                  <a:pt x="4101" y="138"/>
                  <a:pt x="4102" y="148"/>
                  <a:pt x="4102" y="159"/>
                </a:cubicBezTo>
                <a:lnTo>
                  <a:pt x="4102" y="874"/>
                </a:lnTo>
                <a:cubicBezTo>
                  <a:pt x="4102" y="884"/>
                  <a:pt x="4101" y="895"/>
                  <a:pt x="4099" y="905"/>
                </a:cubicBezTo>
                <a:cubicBezTo>
                  <a:pt x="4097" y="915"/>
                  <a:pt x="4094" y="925"/>
                  <a:pt x="4090" y="935"/>
                </a:cubicBezTo>
                <a:cubicBezTo>
                  <a:pt x="4086" y="944"/>
                  <a:pt x="4081" y="954"/>
                  <a:pt x="4075" y="962"/>
                </a:cubicBezTo>
                <a:cubicBezTo>
                  <a:pt x="4069" y="971"/>
                  <a:pt x="4063" y="979"/>
                  <a:pt x="4055" y="986"/>
                </a:cubicBezTo>
                <a:cubicBezTo>
                  <a:pt x="4048" y="994"/>
                  <a:pt x="4040" y="1000"/>
                  <a:pt x="4031" y="1006"/>
                </a:cubicBezTo>
                <a:cubicBezTo>
                  <a:pt x="4023" y="1012"/>
                  <a:pt x="4013" y="1017"/>
                  <a:pt x="4004" y="1021"/>
                </a:cubicBezTo>
                <a:cubicBezTo>
                  <a:pt x="3994" y="1025"/>
                  <a:pt x="3984" y="1028"/>
                  <a:pt x="3974" y="1030"/>
                </a:cubicBezTo>
                <a:cubicBezTo>
                  <a:pt x="3964" y="1032"/>
                  <a:pt x="3953" y="1033"/>
                  <a:pt x="3943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8" y="1030"/>
                </a:cubicBezTo>
                <a:cubicBezTo>
                  <a:pt x="117" y="1028"/>
                  <a:pt x="107" y="1025"/>
                  <a:pt x="98" y="1021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2" y="1000"/>
                  <a:pt x="54" y="994"/>
                  <a:pt x="46" y="986"/>
                </a:cubicBezTo>
                <a:cubicBezTo>
                  <a:pt x="39" y="979"/>
                  <a:pt x="32" y="971"/>
                  <a:pt x="27" y="962"/>
                </a:cubicBezTo>
                <a:cubicBezTo>
                  <a:pt x="21" y="954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61" name=""/>
          <p:cNvSpPr txBox="1"/>
          <p:nvPr/>
        </p:nvSpPr>
        <p:spPr>
          <a:xfrm>
            <a:off x="641520" y="4133880"/>
            <a:ext cx="24991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4.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わからないときは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2" name=""/>
          <p:cNvSpPr txBox="1"/>
          <p:nvPr/>
        </p:nvSpPr>
        <p:spPr>
          <a:xfrm>
            <a:off x="3237120" y="4235040"/>
            <a:ext cx="1290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status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4622040" y="413388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で状態を確認する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4" name=""/>
          <p:cNvSpPr/>
          <p:nvPr/>
        </p:nvSpPr>
        <p:spPr>
          <a:xfrm>
            <a:off x="2038320" y="4638600"/>
            <a:ext cx="1095480" cy="371880"/>
          </a:xfrm>
          <a:custGeom>
            <a:avLst/>
            <a:gdLst/>
            <a:ahLst/>
            <a:rect l="0" t="0" r="r" b="b"/>
            <a:pathLst>
              <a:path w="3043" h="1033">
                <a:moveTo>
                  <a:pt x="0" y="874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3"/>
                  <a:pt x="39" y="55"/>
                  <a:pt x="46" y="47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2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1"/>
                  <a:pt x="148" y="0"/>
                  <a:pt x="158" y="0"/>
                </a:cubicBezTo>
                <a:lnTo>
                  <a:pt x="2885" y="0"/>
                </a:lnTo>
                <a:cubicBezTo>
                  <a:pt x="2895" y="0"/>
                  <a:pt x="2905" y="1"/>
                  <a:pt x="2916" y="4"/>
                </a:cubicBezTo>
                <a:cubicBezTo>
                  <a:pt x="2926" y="6"/>
                  <a:pt x="2936" y="9"/>
                  <a:pt x="2945" y="13"/>
                </a:cubicBezTo>
                <a:cubicBezTo>
                  <a:pt x="2955" y="17"/>
                  <a:pt x="2964" y="22"/>
                  <a:pt x="2973" y="27"/>
                </a:cubicBezTo>
                <a:cubicBezTo>
                  <a:pt x="2981" y="33"/>
                  <a:pt x="2989" y="40"/>
                  <a:pt x="2997" y="47"/>
                </a:cubicBezTo>
                <a:cubicBezTo>
                  <a:pt x="3004" y="55"/>
                  <a:pt x="3011" y="63"/>
                  <a:pt x="3017" y="71"/>
                </a:cubicBezTo>
                <a:cubicBezTo>
                  <a:pt x="3022" y="80"/>
                  <a:pt x="3027" y="89"/>
                  <a:pt x="3031" y="99"/>
                </a:cubicBezTo>
                <a:cubicBezTo>
                  <a:pt x="3035" y="108"/>
                  <a:pt x="3038" y="118"/>
                  <a:pt x="3040" y="128"/>
                </a:cubicBezTo>
                <a:cubicBezTo>
                  <a:pt x="3042" y="139"/>
                  <a:pt x="3043" y="149"/>
                  <a:pt x="3043" y="159"/>
                </a:cubicBezTo>
                <a:lnTo>
                  <a:pt x="3043" y="874"/>
                </a:lnTo>
                <a:cubicBezTo>
                  <a:pt x="3043" y="884"/>
                  <a:pt x="3042" y="895"/>
                  <a:pt x="3040" y="905"/>
                </a:cubicBezTo>
                <a:cubicBezTo>
                  <a:pt x="3038" y="915"/>
                  <a:pt x="3035" y="925"/>
                  <a:pt x="3031" y="935"/>
                </a:cubicBezTo>
                <a:cubicBezTo>
                  <a:pt x="3027" y="944"/>
                  <a:pt x="3022" y="953"/>
                  <a:pt x="3017" y="962"/>
                </a:cubicBezTo>
                <a:cubicBezTo>
                  <a:pt x="3011" y="971"/>
                  <a:pt x="3004" y="979"/>
                  <a:pt x="2997" y="986"/>
                </a:cubicBezTo>
                <a:cubicBezTo>
                  <a:pt x="2989" y="993"/>
                  <a:pt x="2981" y="1000"/>
                  <a:pt x="2973" y="1006"/>
                </a:cubicBezTo>
                <a:cubicBezTo>
                  <a:pt x="2964" y="1012"/>
                  <a:pt x="2955" y="1017"/>
                  <a:pt x="2945" y="1020"/>
                </a:cubicBezTo>
                <a:cubicBezTo>
                  <a:pt x="2936" y="1024"/>
                  <a:pt x="2926" y="1027"/>
                  <a:pt x="2916" y="1030"/>
                </a:cubicBezTo>
                <a:cubicBezTo>
                  <a:pt x="2905" y="1032"/>
                  <a:pt x="2895" y="1033"/>
                  <a:pt x="2885" y="1033"/>
                </a:cubicBezTo>
                <a:lnTo>
                  <a:pt x="158" y="1033"/>
                </a:lnTo>
                <a:cubicBezTo>
                  <a:pt x="148" y="1033"/>
                  <a:pt x="138" y="1032"/>
                  <a:pt x="127" y="1030"/>
                </a:cubicBezTo>
                <a:cubicBezTo>
                  <a:pt x="117" y="1027"/>
                  <a:pt x="107" y="1024"/>
                  <a:pt x="98" y="1020"/>
                </a:cubicBezTo>
                <a:cubicBezTo>
                  <a:pt x="88" y="1017"/>
                  <a:pt x="79" y="1012"/>
                  <a:pt x="70" y="1006"/>
                </a:cubicBezTo>
                <a:cubicBezTo>
                  <a:pt x="61" y="1000"/>
                  <a:pt x="53" y="993"/>
                  <a:pt x="46" y="986"/>
                </a:cubicBezTo>
                <a:cubicBezTo>
                  <a:pt x="39" y="979"/>
                  <a:pt x="32" y="971"/>
                  <a:pt x="26" y="962"/>
                </a:cubicBezTo>
                <a:cubicBezTo>
                  <a:pt x="21" y="953"/>
                  <a:pt x="16" y="944"/>
                  <a:pt x="12" y="935"/>
                </a:cubicBezTo>
                <a:cubicBezTo>
                  <a:pt x="8" y="925"/>
                  <a:pt x="5" y="915"/>
                  <a:pt x="3" y="905"/>
                </a:cubicBezTo>
                <a:cubicBezTo>
                  <a:pt x="1" y="895"/>
                  <a:pt x="0" y="884"/>
                  <a:pt x="0" y="874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641520" y="4629240"/>
            <a:ext cx="13957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5. 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困ったら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2132280" y="4730040"/>
            <a:ext cx="90396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git log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3129840" y="4629240"/>
            <a:ext cx="22075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で履歴を確認する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68" name=""/>
          <p:cNvSpPr/>
          <p:nvPr/>
        </p:nvSpPr>
        <p:spPr>
          <a:xfrm>
            <a:off x="657000" y="590544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6"/>
                </a:moveTo>
                <a:cubicBezTo>
                  <a:pt x="292" y="156"/>
                  <a:pt x="291" y="165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2"/>
                  <a:pt x="250" y="249"/>
                </a:cubicBezTo>
                <a:cubicBezTo>
                  <a:pt x="243" y="256"/>
                  <a:pt x="235" y="262"/>
                  <a:pt x="227" y="267"/>
                </a:cubicBezTo>
                <a:cubicBezTo>
                  <a:pt x="220" y="272"/>
                  <a:pt x="211" y="277"/>
                  <a:pt x="202" y="281"/>
                </a:cubicBezTo>
                <a:cubicBezTo>
                  <a:pt x="194" y="284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4"/>
                  <a:pt x="91" y="281"/>
                </a:cubicBezTo>
                <a:cubicBezTo>
                  <a:pt x="82" y="277"/>
                  <a:pt x="74" y="272"/>
                  <a:pt x="65" y="267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2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5"/>
                  <a:pt x="0" y="156"/>
                  <a:pt x="0" y="146"/>
                </a:cubicBezTo>
                <a:cubicBezTo>
                  <a:pt x="0" y="137"/>
                  <a:pt x="1" y="127"/>
                  <a:pt x="3" y="118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2"/>
                  <a:pt x="19" y="73"/>
                  <a:pt x="25" y="65"/>
                </a:cubicBezTo>
                <a:cubicBezTo>
                  <a:pt x="30" y="57"/>
                  <a:pt x="36" y="50"/>
                  <a:pt x="43" y="43"/>
                </a:cubicBezTo>
                <a:cubicBezTo>
                  <a:pt x="50" y="36"/>
                  <a:pt x="57" y="29"/>
                  <a:pt x="65" y="24"/>
                </a:cubicBezTo>
                <a:cubicBezTo>
                  <a:pt x="74" y="19"/>
                  <a:pt x="82" y="14"/>
                  <a:pt x="91" y="11"/>
                </a:cubicBezTo>
                <a:cubicBezTo>
                  <a:pt x="100" y="7"/>
                  <a:pt x="109" y="4"/>
                  <a:pt x="118" y="2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2"/>
                </a:cubicBezTo>
                <a:cubicBezTo>
                  <a:pt x="184" y="4"/>
                  <a:pt x="194" y="7"/>
                  <a:pt x="202" y="11"/>
                </a:cubicBezTo>
                <a:cubicBezTo>
                  <a:pt x="211" y="14"/>
                  <a:pt x="220" y="19"/>
                  <a:pt x="227" y="24"/>
                </a:cubicBezTo>
                <a:cubicBezTo>
                  <a:pt x="235" y="29"/>
                  <a:pt x="243" y="36"/>
                  <a:pt x="250" y="43"/>
                </a:cubicBezTo>
                <a:cubicBezTo>
                  <a:pt x="256" y="50"/>
                  <a:pt x="262" y="57"/>
                  <a:pt x="268" y="65"/>
                </a:cubicBezTo>
                <a:cubicBezTo>
                  <a:pt x="273" y="73"/>
                  <a:pt x="277" y="82"/>
                  <a:pt x="281" y="90"/>
                </a:cubicBezTo>
                <a:cubicBezTo>
                  <a:pt x="285" y="99"/>
                  <a:pt x="288" y="108"/>
                  <a:pt x="289" y="118"/>
                </a:cubicBezTo>
                <a:cubicBezTo>
                  <a:pt x="291" y="127"/>
                  <a:pt x="292" y="137"/>
                  <a:pt x="292" y="14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69" name=""/>
          <p:cNvSpPr txBox="1"/>
          <p:nvPr/>
        </p:nvSpPr>
        <p:spPr>
          <a:xfrm>
            <a:off x="380880" y="5210280"/>
            <a:ext cx="173232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次のステップ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: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0" name=""/>
          <p:cNvSpPr/>
          <p:nvPr/>
        </p:nvSpPr>
        <p:spPr>
          <a:xfrm>
            <a:off x="657000" y="6391080"/>
            <a:ext cx="105120" cy="105120"/>
          </a:xfrm>
          <a:custGeom>
            <a:avLst/>
            <a:gdLst/>
            <a:ahLst/>
            <a:rect l="0" t="0" r="r" b="b"/>
            <a:pathLst>
              <a:path w="292" h="292">
                <a:moveTo>
                  <a:pt x="292" y="147"/>
                </a:moveTo>
                <a:cubicBezTo>
                  <a:pt x="292" y="156"/>
                  <a:pt x="291" y="166"/>
                  <a:pt x="289" y="175"/>
                </a:cubicBezTo>
                <a:cubicBezTo>
                  <a:pt x="288" y="184"/>
                  <a:pt x="285" y="193"/>
                  <a:pt x="281" y="202"/>
                </a:cubicBezTo>
                <a:cubicBezTo>
                  <a:pt x="277" y="211"/>
                  <a:pt x="273" y="219"/>
                  <a:pt x="268" y="227"/>
                </a:cubicBezTo>
                <a:cubicBezTo>
                  <a:pt x="262" y="235"/>
                  <a:pt x="256" y="243"/>
                  <a:pt x="250" y="249"/>
                </a:cubicBezTo>
                <a:cubicBezTo>
                  <a:pt x="243" y="256"/>
                  <a:pt x="235" y="262"/>
                  <a:pt x="227" y="268"/>
                </a:cubicBezTo>
                <a:cubicBezTo>
                  <a:pt x="220" y="273"/>
                  <a:pt x="211" y="277"/>
                  <a:pt x="202" y="281"/>
                </a:cubicBezTo>
                <a:cubicBezTo>
                  <a:pt x="194" y="285"/>
                  <a:pt x="184" y="287"/>
                  <a:pt x="175" y="289"/>
                </a:cubicBezTo>
                <a:cubicBezTo>
                  <a:pt x="166" y="291"/>
                  <a:pt x="156" y="292"/>
                  <a:pt x="147" y="292"/>
                </a:cubicBezTo>
                <a:cubicBezTo>
                  <a:pt x="137" y="292"/>
                  <a:pt x="128" y="291"/>
                  <a:pt x="118" y="289"/>
                </a:cubicBezTo>
                <a:cubicBezTo>
                  <a:pt x="109" y="287"/>
                  <a:pt x="100" y="285"/>
                  <a:pt x="91" y="281"/>
                </a:cubicBezTo>
                <a:cubicBezTo>
                  <a:pt x="82" y="277"/>
                  <a:pt x="74" y="273"/>
                  <a:pt x="65" y="268"/>
                </a:cubicBezTo>
                <a:cubicBezTo>
                  <a:pt x="57" y="262"/>
                  <a:pt x="50" y="256"/>
                  <a:pt x="43" y="249"/>
                </a:cubicBezTo>
                <a:cubicBezTo>
                  <a:pt x="36" y="243"/>
                  <a:pt x="30" y="235"/>
                  <a:pt x="25" y="227"/>
                </a:cubicBezTo>
                <a:cubicBezTo>
                  <a:pt x="19" y="219"/>
                  <a:pt x="15" y="211"/>
                  <a:pt x="11" y="202"/>
                </a:cubicBezTo>
                <a:cubicBezTo>
                  <a:pt x="8" y="193"/>
                  <a:pt x="5" y="184"/>
                  <a:pt x="3" y="175"/>
                </a:cubicBezTo>
                <a:cubicBezTo>
                  <a:pt x="1" y="166"/>
                  <a:pt x="0" y="156"/>
                  <a:pt x="0" y="147"/>
                </a:cubicBezTo>
                <a:cubicBezTo>
                  <a:pt x="0" y="136"/>
                  <a:pt x="1" y="127"/>
                  <a:pt x="3" y="117"/>
                </a:cubicBezTo>
                <a:cubicBezTo>
                  <a:pt x="5" y="108"/>
                  <a:pt x="8" y="99"/>
                  <a:pt x="11" y="90"/>
                </a:cubicBezTo>
                <a:cubicBezTo>
                  <a:pt x="15" y="81"/>
                  <a:pt x="19" y="73"/>
                  <a:pt x="25" y="65"/>
                </a:cubicBezTo>
                <a:cubicBezTo>
                  <a:pt x="30" y="57"/>
                  <a:pt x="36" y="49"/>
                  <a:pt x="43" y="43"/>
                </a:cubicBezTo>
                <a:cubicBezTo>
                  <a:pt x="50" y="36"/>
                  <a:pt x="57" y="30"/>
                  <a:pt x="65" y="25"/>
                </a:cubicBezTo>
                <a:cubicBezTo>
                  <a:pt x="74" y="19"/>
                  <a:pt x="82" y="15"/>
                  <a:pt x="91" y="11"/>
                </a:cubicBezTo>
                <a:cubicBezTo>
                  <a:pt x="100" y="7"/>
                  <a:pt x="109" y="5"/>
                  <a:pt x="118" y="3"/>
                </a:cubicBezTo>
                <a:cubicBezTo>
                  <a:pt x="128" y="1"/>
                  <a:pt x="137" y="0"/>
                  <a:pt x="147" y="0"/>
                </a:cubicBezTo>
                <a:cubicBezTo>
                  <a:pt x="156" y="0"/>
                  <a:pt x="166" y="1"/>
                  <a:pt x="175" y="3"/>
                </a:cubicBezTo>
                <a:cubicBezTo>
                  <a:pt x="184" y="5"/>
                  <a:pt x="194" y="7"/>
                  <a:pt x="202" y="11"/>
                </a:cubicBezTo>
                <a:cubicBezTo>
                  <a:pt x="211" y="15"/>
                  <a:pt x="220" y="19"/>
                  <a:pt x="227" y="25"/>
                </a:cubicBezTo>
                <a:cubicBezTo>
                  <a:pt x="235" y="30"/>
                  <a:pt x="243" y="36"/>
                  <a:pt x="250" y="43"/>
                </a:cubicBezTo>
                <a:cubicBezTo>
                  <a:pt x="256" y="49"/>
                  <a:pt x="262" y="57"/>
                  <a:pt x="268" y="65"/>
                </a:cubicBezTo>
                <a:cubicBezTo>
                  <a:pt x="273" y="73"/>
                  <a:pt x="277" y="81"/>
                  <a:pt x="281" y="90"/>
                </a:cubicBezTo>
                <a:cubicBezTo>
                  <a:pt x="285" y="99"/>
                  <a:pt x="288" y="108"/>
                  <a:pt x="289" y="117"/>
                </a:cubicBezTo>
                <a:cubicBezTo>
                  <a:pt x="291" y="127"/>
                  <a:pt x="292" y="136"/>
                  <a:pt x="292" y="14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Noto Serif JP"/>
            </a:endParaRPr>
          </a:p>
        </p:txBody>
      </p:sp>
      <p:sp>
        <p:nvSpPr>
          <p:cNvPr id="871" name=""/>
          <p:cNvSpPr txBox="1"/>
          <p:nvPr/>
        </p:nvSpPr>
        <p:spPr>
          <a:xfrm>
            <a:off x="933480" y="5781600"/>
            <a:ext cx="47840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実際にプロジェクトで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を使い始める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2" name=""/>
          <p:cNvSpPr txBox="1"/>
          <p:nvPr/>
        </p:nvSpPr>
        <p:spPr>
          <a:xfrm>
            <a:off x="933480" y="6267600"/>
            <a:ext cx="587448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GitHub</a:t>
            </a:r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で他のプロジェクトをフォークしてみる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933480" y="6743520"/>
            <a:ext cx="3862440" cy="3312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ja-JP" sz="2170" strike="noStrike" u="none">
                <a:solidFill>
                  <a:srgbClr val="1f2328"/>
                </a:solidFill>
                <a:effectLst/>
                <a:uFillTx/>
                <a:latin typeface="NotoSansJP"/>
                <a:ea typeface="NotoSansJP"/>
              </a:rPr>
              <a:t>プルリクエストを作成してみる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ja-JP</dc:language>
  <cp:lastModifiedBy/>
  <cp:revision>0</cp:revision>
  <dc:subject/>
  <dc:title/>
</cp:coreProperties>
</file>